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0F22"/>
        </a:solidFill>
      </p:bgPr>
    </p:bg>
    <p:spTree>
      <p:nvGrpSpPr>
        <p:cNvPr id="1" name=""/>
        <p:cNvGrpSpPr/>
        <p:nvPr/>
      </p:nvGrpSpPr>
      <p:grpSpPr>
        <a:xfrm>
          <a:off x="0" y="0"/>
          <a:ext cx="0" cy="0"/>
          <a:chOff x="0" y="0"/>
          <a:chExt cx="0" cy="0"/>
        </a:xfrm>
      </p:grpSpPr>
      <p:sp>
        <p:nvSpPr>
          <p:cNvPr id="2" name="Shape 0"/>
          <p:cNvSpPr/>
          <p:nvPr/>
        </p:nvSpPr>
        <p:spPr>
          <a:xfrm>
            <a:off x="-2194560" y="-2743200"/>
            <a:ext cx="6858000" cy="6858000"/>
          </a:xfrm>
          <a:prstGeom prst="ellipse">
            <a:avLst/>
          </a:prstGeom>
          <a:solidFill>
            <a:srgbClr val="7C3AED">
              <a:alpha val="22000"/>
            </a:srgbClr>
          </a:solidFill>
          <a:ln/>
        </p:spPr>
      </p:sp>
      <p:sp>
        <p:nvSpPr>
          <p:cNvPr id="3" name="Shape 1"/>
          <p:cNvSpPr/>
          <p:nvPr/>
        </p:nvSpPr>
        <p:spPr>
          <a:xfrm>
            <a:off x="8412480" y="4023360"/>
            <a:ext cx="6400800" cy="6400800"/>
          </a:xfrm>
          <a:prstGeom prst="ellipse">
            <a:avLst/>
          </a:prstGeom>
          <a:solidFill>
            <a:srgbClr val="EC4899">
              <a:alpha val="18000"/>
            </a:srgbClr>
          </a:solidFill>
          <a:ln/>
        </p:spPr>
      </p:sp>
      <p:sp>
        <p:nvSpPr>
          <p:cNvPr id="4" name="Text 2"/>
          <p:cNvSpPr/>
          <p:nvPr/>
        </p:nvSpPr>
        <p:spPr>
          <a:xfrm>
            <a:off x="640080" y="640080"/>
            <a:ext cx="4572000" cy="365760"/>
          </a:xfrm>
          <a:prstGeom prst="rect">
            <a:avLst/>
          </a:prstGeom>
          <a:noFill/>
          <a:ln/>
        </p:spPr>
        <p:txBody>
          <a:bodyPr wrap="square" rtlCol="0" anchor="ctr"/>
          <a:lstStyle/>
          <a:p>
            <a:pPr algn="l" indent="0" marL="0">
              <a:buNone/>
            </a:pPr>
            <a:r>
              <a:rPr lang="en-US" sz="1200" b="1" dirty="0">
                <a:solidFill>
                  <a:srgbClr val="F472B6"/>
                </a:solidFill>
                <a:latin typeface="Yu Gothic" pitchFamily="34" charset="0"/>
                <a:ea typeface="Yu Gothic" pitchFamily="34" charset="-122"/>
                <a:cs typeface="Yu Gothic" pitchFamily="34" charset="-120"/>
              </a:rPr>
              <a:t>● </a:t>
            </a:r>
            <a:pPr algn="l" indent="0" marL="0">
              <a:buNone/>
            </a:pPr>
            <a:r>
              <a:rPr lang="en-US" sz="1200" b="1" dirty="0">
                <a:solidFill>
                  <a:srgbClr val="E9E6FF"/>
                </a:solidFill>
                <a:latin typeface="Yu Gothic" pitchFamily="34" charset="0"/>
                <a:ea typeface="Yu Gothic" pitchFamily="34" charset="-122"/>
                <a:cs typeface="Yu Gothic" pitchFamily="34" charset="-120"/>
              </a:rPr>
              <a:t>Microsoft Copilot Studio</a:t>
            </a:r>
            <a:endParaRPr lang="en-US" sz="1200" dirty="0"/>
          </a:p>
        </p:txBody>
      </p:sp>
      <p:sp>
        <p:nvSpPr>
          <p:cNvPr id="5" name="Text 3"/>
          <p:cNvSpPr/>
          <p:nvPr/>
        </p:nvSpPr>
        <p:spPr>
          <a:xfrm>
            <a:off x="603504" y="1371600"/>
            <a:ext cx="6583680" cy="1737360"/>
          </a:xfrm>
          <a:prstGeom prst="rect">
            <a:avLst/>
          </a:prstGeom>
          <a:noFill/>
          <a:ln/>
        </p:spPr>
        <p:txBody>
          <a:bodyPr wrap="square" lIns="0" tIns="0" rIns="0" bIns="0" rtlCol="0" anchor="ctr"/>
          <a:lstStyle/>
          <a:p>
            <a:pPr algn="l" indent="0" marL="0">
              <a:lnSpc>
                <a:spcPct val="98000"/>
              </a:lnSpc>
              <a:buNone/>
            </a:pPr>
            <a:r>
              <a:rPr lang="en-US" sz="4600" b="1" dirty="0">
                <a:solidFill>
                  <a:srgbClr val="FFFFFF"/>
                </a:solidFill>
                <a:latin typeface="Yu Gothic" pitchFamily="34" charset="0"/>
                <a:ea typeface="Yu Gothic" pitchFamily="34" charset="-122"/>
                <a:cs typeface="Yu Gothic" pitchFamily="34" charset="-120"/>
              </a:rPr>
              <a:t>AI Agent Workshop</a:t>
            </a:r>
            <a:endParaRPr lang="en-US" sz="4600" dirty="0"/>
          </a:p>
          <a:p>
            <a:pPr algn="l" indent="0" marL="0">
              <a:lnSpc>
                <a:spcPct val="98000"/>
              </a:lnSpc>
              <a:buNone/>
            </a:pPr>
            <a:r>
              <a:rPr lang="en-US" sz="3400" b="1" dirty="0">
                <a:solidFill>
                  <a:srgbClr val="A78BFA"/>
                </a:solidFill>
                <a:latin typeface="Yu Gothic" pitchFamily="34" charset="0"/>
                <a:ea typeface="Yu Gothic" pitchFamily="34" charset="-122"/>
                <a:cs typeface="Yu Gothic" pitchFamily="34" charset="-120"/>
              </a:rPr>
              <a:t>by Microsoft Agent GBB</a:t>
            </a:r>
            <a:endParaRPr lang="en-US" sz="4600" dirty="0"/>
          </a:p>
        </p:txBody>
      </p:sp>
      <p:sp>
        <p:nvSpPr>
          <p:cNvPr id="6" name="Text 4"/>
          <p:cNvSpPr/>
          <p:nvPr/>
        </p:nvSpPr>
        <p:spPr>
          <a:xfrm>
            <a:off x="640080" y="3246120"/>
            <a:ext cx="6035040" cy="1143000"/>
          </a:xfrm>
          <a:prstGeom prst="rect">
            <a:avLst/>
          </a:prstGeom>
          <a:noFill/>
          <a:ln/>
        </p:spPr>
        <p:txBody>
          <a:bodyPr wrap="square" rtlCol="0" anchor="ctr"/>
          <a:lstStyle/>
          <a:p>
            <a:pPr algn="l" indent="0" marL="0">
              <a:lnSpc>
                <a:spcPct val="106000"/>
              </a:lnSpc>
              <a:buNone/>
            </a:pPr>
            <a:r>
              <a:rPr lang="en-US" sz="1500" dirty="0">
                <a:solidFill>
                  <a:srgbClr val="CFCDE0"/>
                </a:solidFill>
                <a:latin typeface="Yu Gothic" pitchFamily="34" charset="0"/>
                <a:ea typeface="Yu Gothic" pitchFamily="34" charset="-122"/>
                <a:cs typeface="Yu Gothic" pitchFamily="34" charset="-120"/>
              </a:rPr>
              <a:t>Microsoft Copilot Studio でカスタム Agent の全領域を構築する、ハンズオン・自習型・多言語のラボ体験。</a:t>
            </a:r>
            <a:endParaRPr lang="en-US" sz="1500" dirty="0"/>
          </a:p>
        </p:txBody>
      </p:sp>
      <p:sp>
        <p:nvSpPr>
          <p:cNvPr id="7" name="Text 5"/>
          <p:cNvSpPr/>
          <p:nvPr/>
        </p:nvSpPr>
        <p:spPr>
          <a:xfrm>
            <a:off x="640080" y="4434840"/>
            <a:ext cx="6035040" cy="320040"/>
          </a:xfrm>
          <a:prstGeom prst="rect">
            <a:avLst/>
          </a:prstGeom>
          <a:noFill/>
          <a:ln/>
        </p:spPr>
        <p:txBody>
          <a:bodyPr wrap="square" rtlCol="0" anchor="ctr"/>
          <a:lstStyle/>
          <a:p>
            <a:pPr algn="l" indent="0" marL="0">
              <a:buNone/>
            </a:pPr>
            <a:r>
              <a:rPr lang="en-US" sz="1200" dirty="0">
                <a:solidFill>
                  <a:srgbClr val="B4B1CC"/>
                </a:solidFill>
                <a:latin typeface="Yu Gothic" pitchFamily="34" charset="0"/>
                <a:ea typeface="Yu Gothic" pitchFamily="34" charset="-122"/>
                <a:cs typeface="Yu Gothic" pitchFamily="34" charset="-120"/>
              </a:rPr>
              <a:t>Microsoft MCAPS Core — Agent Asia Team   ·   July 16, 2026</a:t>
            </a:r>
            <a:endParaRPr lang="en-US" sz="1200" dirty="0"/>
          </a:p>
        </p:txBody>
      </p:sp>
      <p:sp>
        <p:nvSpPr>
          <p:cNvPr id="8" name="Shape 6"/>
          <p:cNvSpPr/>
          <p:nvPr/>
        </p:nvSpPr>
        <p:spPr>
          <a:xfrm>
            <a:off x="640080" y="4937760"/>
            <a:ext cx="1819656" cy="457200"/>
          </a:xfrm>
          <a:prstGeom prst="roundRect">
            <a:avLst>
              <a:gd name="adj" fmla="val 20000"/>
            </a:avLst>
          </a:prstGeom>
          <a:solidFill>
            <a:srgbClr val="221C3F"/>
          </a:solidFill>
          <a:ln w="12700">
            <a:solidFill>
              <a:srgbClr val="3B3460"/>
            </a:solidFill>
            <a:prstDash val="solid"/>
          </a:ln>
        </p:spPr>
      </p:sp>
      <p:sp>
        <p:nvSpPr>
          <p:cNvPr id="9" name="Text 7"/>
          <p:cNvSpPr/>
          <p:nvPr/>
        </p:nvSpPr>
        <p:spPr>
          <a:xfrm>
            <a:off x="640080" y="4937760"/>
            <a:ext cx="1819656" cy="457200"/>
          </a:xfrm>
          <a:prstGeom prst="rect">
            <a:avLst/>
          </a:prstGeom>
          <a:noFill/>
          <a:ln/>
        </p:spPr>
        <p:txBody>
          <a:bodyPr wrap="square" lIns="0" tIns="0" rIns="0" bIns="0" rtlCol="0" anchor="ctr"/>
          <a:lstStyle/>
          <a:p>
            <a:pPr algn="ctr" indent="0" marL="0">
              <a:buNone/>
            </a:pPr>
            <a:r>
              <a:rPr lang="en-US" sz="1200" b="1" dirty="0">
                <a:solidFill>
                  <a:srgbClr val="EFEDFA"/>
                </a:solidFill>
                <a:latin typeface="Yu Gothic" pitchFamily="34" charset="0"/>
                <a:ea typeface="Yu Gothic" pitchFamily="34" charset="-122"/>
                <a:cs typeface="Yu Gothic" pitchFamily="34" charset="-120"/>
              </a:rPr>
              <a:t>6 つのガイド ラボ</a:t>
            </a:r>
            <a:endParaRPr lang="en-US" sz="1200" dirty="0"/>
          </a:p>
        </p:txBody>
      </p:sp>
      <p:sp>
        <p:nvSpPr>
          <p:cNvPr id="10" name="Shape 8"/>
          <p:cNvSpPr/>
          <p:nvPr/>
        </p:nvSpPr>
        <p:spPr>
          <a:xfrm>
            <a:off x="2624328" y="4937760"/>
            <a:ext cx="1394460" cy="457200"/>
          </a:xfrm>
          <a:prstGeom prst="roundRect">
            <a:avLst>
              <a:gd name="adj" fmla="val 20000"/>
            </a:avLst>
          </a:prstGeom>
          <a:solidFill>
            <a:srgbClr val="221C3F"/>
          </a:solidFill>
          <a:ln w="12700">
            <a:solidFill>
              <a:srgbClr val="3B3460"/>
            </a:solidFill>
            <a:prstDash val="solid"/>
          </a:ln>
        </p:spPr>
      </p:sp>
      <p:sp>
        <p:nvSpPr>
          <p:cNvPr id="11" name="Text 9"/>
          <p:cNvSpPr/>
          <p:nvPr/>
        </p:nvSpPr>
        <p:spPr>
          <a:xfrm>
            <a:off x="2624328" y="4937760"/>
            <a:ext cx="1394460" cy="457200"/>
          </a:xfrm>
          <a:prstGeom prst="rect">
            <a:avLst/>
          </a:prstGeom>
          <a:noFill/>
          <a:ln/>
        </p:spPr>
        <p:txBody>
          <a:bodyPr wrap="square" lIns="0" tIns="0" rIns="0" bIns="0" rtlCol="0" anchor="ctr"/>
          <a:lstStyle/>
          <a:p>
            <a:pPr algn="ctr" indent="0" marL="0">
              <a:buNone/>
            </a:pPr>
            <a:r>
              <a:rPr lang="en-US" sz="1200" b="1" dirty="0">
                <a:solidFill>
                  <a:srgbClr val="EFEDFA"/>
                </a:solidFill>
                <a:latin typeface="Yu Gothic" pitchFamily="34" charset="0"/>
                <a:ea typeface="Yu Gothic" pitchFamily="34" charset="-122"/>
                <a:cs typeface="Yu Gothic" pitchFamily="34" charset="-120"/>
              </a:rPr>
              <a:t>29 ステップ</a:t>
            </a:r>
            <a:endParaRPr lang="en-US" sz="1200" dirty="0"/>
          </a:p>
        </p:txBody>
      </p:sp>
      <p:sp>
        <p:nvSpPr>
          <p:cNvPr id="12" name="Shape 10"/>
          <p:cNvSpPr/>
          <p:nvPr/>
        </p:nvSpPr>
        <p:spPr>
          <a:xfrm>
            <a:off x="4183380" y="4937760"/>
            <a:ext cx="969264" cy="457200"/>
          </a:xfrm>
          <a:prstGeom prst="roundRect">
            <a:avLst>
              <a:gd name="adj" fmla="val 20000"/>
            </a:avLst>
          </a:prstGeom>
          <a:solidFill>
            <a:srgbClr val="221C3F"/>
          </a:solidFill>
          <a:ln w="12700">
            <a:solidFill>
              <a:srgbClr val="3B3460"/>
            </a:solidFill>
            <a:prstDash val="solid"/>
          </a:ln>
        </p:spPr>
      </p:sp>
      <p:sp>
        <p:nvSpPr>
          <p:cNvPr id="13" name="Text 11"/>
          <p:cNvSpPr/>
          <p:nvPr/>
        </p:nvSpPr>
        <p:spPr>
          <a:xfrm>
            <a:off x="4183380" y="4937760"/>
            <a:ext cx="969264" cy="457200"/>
          </a:xfrm>
          <a:prstGeom prst="rect">
            <a:avLst/>
          </a:prstGeom>
          <a:noFill/>
          <a:ln/>
        </p:spPr>
        <p:txBody>
          <a:bodyPr wrap="square" lIns="0" tIns="0" rIns="0" bIns="0" rtlCol="0" anchor="ctr"/>
          <a:lstStyle/>
          <a:p>
            <a:pPr algn="ctr" indent="0" marL="0">
              <a:buNone/>
            </a:pPr>
            <a:r>
              <a:rPr lang="en-US" sz="1200" b="1" dirty="0">
                <a:solidFill>
                  <a:srgbClr val="EFEDFA"/>
                </a:solidFill>
                <a:latin typeface="Yu Gothic" pitchFamily="34" charset="0"/>
                <a:ea typeface="Yu Gothic" pitchFamily="34" charset="-122"/>
                <a:cs typeface="Yu Gothic" pitchFamily="34" charset="-120"/>
              </a:rPr>
              <a:t>8 言語</a:t>
            </a:r>
            <a:endParaRPr lang="en-US" sz="1200" dirty="0"/>
          </a:p>
        </p:txBody>
      </p:sp>
      <p:sp>
        <p:nvSpPr>
          <p:cNvPr id="14" name="Shape 12"/>
          <p:cNvSpPr/>
          <p:nvPr/>
        </p:nvSpPr>
        <p:spPr>
          <a:xfrm>
            <a:off x="5317236" y="4937760"/>
            <a:ext cx="1677924" cy="457200"/>
          </a:xfrm>
          <a:prstGeom prst="roundRect">
            <a:avLst>
              <a:gd name="adj" fmla="val 20000"/>
            </a:avLst>
          </a:prstGeom>
          <a:solidFill>
            <a:srgbClr val="221C3F"/>
          </a:solidFill>
          <a:ln w="12700">
            <a:solidFill>
              <a:srgbClr val="3B3460"/>
            </a:solidFill>
            <a:prstDash val="solid"/>
          </a:ln>
        </p:spPr>
      </p:sp>
      <p:sp>
        <p:nvSpPr>
          <p:cNvPr id="15" name="Text 13"/>
          <p:cNvSpPr/>
          <p:nvPr/>
        </p:nvSpPr>
        <p:spPr>
          <a:xfrm>
            <a:off x="5317236" y="4937760"/>
            <a:ext cx="1677924" cy="457200"/>
          </a:xfrm>
          <a:prstGeom prst="rect">
            <a:avLst/>
          </a:prstGeom>
          <a:noFill/>
          <a:ln/>
        </p:spPr>
        <p:txBody>
          <a:bodyPr wrap="square" lIns="0" tIns="0" rIns="0" bIns="0" rtlCol="0" anchor="ctr"/>
          <a:lstStyle/>
          <a:p>
            <a:pPr algn="ctr" indent="0" marL="0">
              <a:buNone/>
            </a:pPr>
            <a:r>
              <a:rPr lang="en-US" sz="1200" b="1" dirty="0">
                <a:solidFill>
                  <a:srgbClr val="EFEDFA"/>
                </a:solidFill>
                <a:latin typeface="Yu Gothic" pitchFamily="34" charset="0"/>
                <a:ea typeface="Yu Gothic" pitchFamily="34" charset="-122"/>
                <a:cs typeface="Yu Gothic" pitchFamily="34" charset="-120"/>
              </a:rPr>
              <a:t>共有リンク 1 つ</a:t>
            </a:r>
            <a:endParaRPr lang="en-US" sz="1200" dirty="0"/>
          </a:p>
        </p:txBody>
      </p:sp>
      <p:sp>
        <p:nvSpPr>
          <p:cNvPr id="16" name="Shape 14"/>
          <p:cNvSpPr/>
          <p:nvPr/>
        </p:nvSpPr>
        <p:spPr>
          <a:xfrm>
            <a:off x="640080" y="5852160"/>
            <a:ext cx="5943600" cy="603504"/>
          </a:xfrm>
          <a:prstGeom prst="roundRect">
            <a:avLst>
              <a:gd name="adj" fmla="val 18182"/>
            </a:avLst>
          </a:prstGeom>
          <a:solidFill>
            <a:srgbClr val="221C3F"/>
          </a:solidFill>
          <a:ln w="12700">
            <a:solidFill>
              <a:srgbClr val="3B3460"/>
            </a:solidFill>
            <a:prstDash val="solid"/>
          </a:ln>
        </p:spPr>
      </p:sp>
      <p:sp>
        <p:nvSpPr>
          <p:cNvPr id="17" name="Text 15"/>
          <p:cNvSpPr/>
          <p:nvPr/>
        </p:nvSpPr>
        <p:spPr>
          <a:xfrm>
            <a:off x="914400" y="5852160"/>
            <a:ext cx="1920240" cy="603504"/>
          </a:xfrm>
          <a:prstGeom prst="rect">
            <a:avLst/>
          </a:prstGeom>
          <a:noFill/>
          <a:ln/>
        </p:spPr>
        <p:txBody>
          <a:bodyPr wrap="square" lIns="0" tIns="0" rIns="0" bIns="0" rtlCol="0" anchor="ctr"/>
          <a:lstStyle/>
          <a:p>
            <a:pPr algn="l" indent="0" marL="0">
              <a:buNone/>
            </a:pPr>
            <a:r>
              <a:rPr lang="en-US" sz="1100" b="1" spc="200" kern="0" dirty="0">
                <a:solidFill>
                  <a:srgbClr val="A78BFA"/>
                </a:solidFill>
                <a:latin typeface="Yu Gothic" pitchFamily="34" charset="0"/>
                <a:ea typeface="Yu Gothic" pitchFamily="34" charset="-122"/>
                <a:cs typeface="Yu Gothic" pitchFamily="34" charset="-120"/>
              </a:rPr>
              <a:t>ライブ ワークショップ</a:t>
            </a:r>
            <a:endParaRPr lang="en-US" sz="1100" dirty="0"/>
          </a:p>
        </p:txBody>
      </p:sp>
      <p:sp>
        <p:nvSpPr>
          <p:cNvPr id="18" name="Text 16"/>
          <p:cNvSpPr/>
          <p:nvPr/>
        </p:nvSpPr>
        <p:spPr>
          <a:xfrm>
            <a:off x="2880360" y="5852160"/>
            <a:ext cx="3566160" cy="603504"/>
          </a:xfrm>
          <a:prstGeom prst="rect">
            <a:avLst/>
          </a:prstGeom>
          <a:noFill/>
          <a:ln/>
        </p:spPr>
        <p:txBody>
          <a:bodyPr wrap="square" lIns="0" tIns="0" rIns="0" bIns="0" rtlCol="0" anchor="ctr"/>
          <a:lstStyle/>
          <a:p>
            <a:pPr algn="l" indent="0" marL="0">
              <a:buNone/>
            </a:pPr>
            <a:r>
              <a:rPr lang="en-US" sz="1600" b="1" dirty="0">
                <a:solidFill>
                  <a:srgbClr val="EFEDFA"/>
                </a:solidFill>
                <a:latin typeface="Consolas" pitchFamily="34" charset="0"/>
                <a:ea typeface="Consolas" pitchFamily="34" charset="-122"/>
                <a:cs typeface="Consolas" pitchFamily="34" charset="-120"/>
              </a:rPr>
              <a:t>aka.ms/ai-agent-jumpstart-v2</a:t>
            </a:r>
            <a:endParaRPr lang="en-US" sz="1600" dirty="0"/>
          </a:p>
        </p:txBody>
      </p:sp>
      <p:pic>
        <p:nvPicPr>
          <p:cNvPr id="19" name="Image 0" descr="C:\D365DEMO\__Projects\Agent JumpStart 2\promo\img\cover-ja.png">    </p:cNvPr>
          <p:cNvPicPr>
            <a:picLocks noChangeAspect="1"/>
          </p:cNvPicPr>
          <p:nvPr/>
        </p:nvPicPr>
        <p:blipFill>
          <a:blip r:embed="rId1"/>
          <a:stretch>
            <a:fillRect/>
          </a:stretch>
        </p:blipFill>
        <p:spPr>
          <a:xfrm>
            <a:off x="7315200" y="1463040"/>
            <a:ext cx="4617720" cy="3255264"/>
          </a:xfrm>
          <a:prstGeom prst="ellipse">
            <a:avLst/>
          </a:prstGeom>
        </p:spPr>
      </p:pic>
      <p:sp>
        <p:nvSpPr>
          <p:cNvPr id="20" name="Shape 17"/>
          <p:cNvSpPr/>
          <p:nvPr/>
        </p:nvSpPr>
        <p:spPr>
          <a:xfrm>
            <a:off x="7315200" y="1463040"/>
            <a:ext cx="4617720" cy="3255264"/>
          </a:xfrm>
          <a:prstGeom prst="roundRect">
            <a:avLst>
              <a:gd name="adj" fmla="val 1685"/>
            </a:avLst>
          </a:prstGeom>
          <a:ln w="15875">
            <a:solidFill>
              <a:srgbClr val="3B346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81334"/>
        </a:solidFill>
      </p:bgPr>
    </p:bg>
    <p:spTree>
      <p:nvGrpSpPr>
        <p:cNvPr id="1" name=""/>
        <p:cNvGrpSpPr/>
        <p:nvPr/>
      </p:nvGrpSpPr>
      <p:grpSpPr>
        <a:xfrm>
          <a:off x="0" y="0"/>
          <a:ext cx="0" cy="0"/>
          <a:chOff x="0" y="0"/>
          <a:chExt cx="0" cy="0"/>
        </a:xfrm>
      </p:grpSpPr>
      <p:sp>
        <p:nvSpPr>
          <p:cNvPr id="2" name="Text 0"/>
          <p:cNvSpPr/>
          <p:nvPr/>
        </p:nvSpPr>
        <p:spPr>
          <a:xfrm>
            <a:off x="640080" y="530352"/>
            <a:ext cx="7315200" cy="365760"/>
          </a:xfrm>
          <a:prstGeom prst="rect">
            <a:avLst/>
          </a:prstGeom>
          <a:noFill/>
          <a:ln/>
        </p:spPr>
        <p:txBody>
          <a:bodyPr wrap="square" lIns="0" tIns="0" rIns="0" bIns="0" rtlCol="0" anchor="ctr"/>
          <a:lstStyle/>
          <a:p>
            <a:pPr algn="l" indent="0" marL="0">
              <a:buNone/>
            </a:pPr>
            <a:r>
              <a:rPr lang="en-US" sz="1250" b="1" spc="200" kern="0" dirty="0">
                <a:solidFill>
                  <a:srgbClr val="A78BFA"/>
                </a:solidFill>
                <a:latin typeface="Yu Gothic" pitchFamily="34" charset="0"/>
                <a:ea typeface="Yu Gothic" pitchFamily="34" charset="-122"/>
                <a:cs typeface="Yu Gothic" pitchFamily="34" charset="-120"/>
              </a:rPr>
              <a:t>🎬 ひとことで言うと</a:t>
            </a:r>
            <a:endParaRPr lang="en-US" sz="1250" dirty="0"/>
          </a:p>
        </p:txBody>
      </p:sp>
      <p:sp>
        <p:nvSpPr>
          <p:cNvPr id="3" name="Text 1"/>
          <p:cNvSpPr/>
          <p:nvPr/>
        </p:nvSpPr>
        <p:spPr>
          <a:xfrm>
            <a:off x="640080" y="914400"/>
            <a:ext cx="6675120" cy="960120"/>
          </a:xfrm>
          <a:prstGeom prst="rect">
            <a:avLst/>
          </a:prstGeom>
          <a:noFill/>
          <a:ln/>
        </p:spPr>
        <p:txBody>
          <a:bodyPr wrap="square" lIns="0" tIns="0" rIns="0" bIns="0" rtlCol="0" anchor="t"/>
          <a:lstStyle/>
          <a:p>
            <a:pPr algn="l" indent="0" marL="0">
              <a:buNone/>
            </a:pPr>
            <a:r>
              <a:rPr lang="en-US" sz="3000" b="1" dirty="0">
                <a:solidFill>
                  <a:srgbClr val="ECECF5"/>
                </a:solidFill>
                <a:latin typeface="Yu Gothic" pitchFamily="34" charset="0"/>
                <a:ea typeface="Yu Gothic" pitchFamily="34" charset="-122"/>
                <a:cs typeface="Yu Gothic" pitchFamily="34" charset="-120"/>
              </a:rPr>
              <a:t>自走するワークショップ — 受講者は再生を押すだけ ▶️</a:t>
            </a:r>
            <a:endParaRPr lang="en-US" sz="3000" dirty="0"/>
          </a:p>
        </p:txBody>
      </p:sp>
      <p:sp>
        <p:nvSpPr>
          <p:cNvPr id="4" name="Text 2"/>
          <p:cNvSpPr/>
          <p:nvPr/>
        </p:nvSpPr>
        <p:spPr>
          <a:xfrm>
            <a:off x="640080" y="2286000"/>
            <a:ext cx="6126480" cy="1828800"/>
          </a:xfrm>
          <a:prstGeom prst="rect">
            <a:avLst/>
          </a:prstGeom>
          <a:noFill/>
          <a:ln/>
        </p:spPr>
        <p:txBody>
          <a:bodyPr wrap="square" rtlCol="0" anchor="ctr"/>
          <a:lstStyle/>
          <a:p>
            <a:pPr algn="l" indent="0" marL="0">
              <a:lnSpc>
                <a:spcPct val="116000"/>
              </a:lnSpc>
              <a:buNone/>
            </a:pPr>
            <a:r>
              <a:rPr lang="en-US" sz="1800" dirty="0">
                <a:solidFill>
                  <a:srgbClr val="E4E2F0"/>
                </a:solidFill>
                <a:latin typeface="Yu Gothic" pitchFamily="34" charset="0"/>
                <a:ea typeface="Yu Gothic" pitchFamily="34" charset="-122"/>
                <a:cs typeface="Yu Gothic" pitchFamily="34" charset="-120"/>
              </a:rPr>
              <a:t>JumpStart v2 は「スライド＋デモ」を自分で操作できるライブなラボ アプリに変えます。参加者はリンクを 1 つ開き、言語を選び、実際の Agent を一歩ずつ構築 — あなたは付きっきりではなくファシリテートに専念できます。</a:t>
            </a:r>
            <a:endParaRPr lang="en-US" sz="1800" dirty="0"/>
          </a:p>
        </p:txBody>
      </p:sp>
      <p:sp>
        <p:nvSpPr>
          <p:cNvPr id="5" name="Shape 3"/>
          <p:cNvSpPr/>
          <p:nvPr/>
        </p:nvSpPr>
        <p:spPr>
          <a:xfrm>
            <a:off x="676656" y="4379976"/>
            <a:ext cx="182880" cy="182880"/>
          </a:xfrm>
          <a:prstGeom prst="ellipse">
            <a:avLst/>
          </a:prstGeom>
          <a:solidFill>
            <a:srgbClr val="A78BFA"/>
          </a:solidFill>
          <a:ln/>
        </p:spPr>
      </p:sp>
      <p:sp>
        <p:nvSpPr>
          <p:cNvPr id="6" name="Text 4"/>
          <p:cNvSpPr/>
          <p:nvPr/>
        </p:nvSpPr>
        <p:spPr>
          <a:xfrm>
            <a:off x="1042416" y="4297680"/>
            <a:ext cx="5760720" cy="502920"/>
          </a:xfrm>
          <a:prstGeom prst="rect">
            <a:avLst/>
          </a:prstGeom>
          <a:noFill/>
          <a:ln/>
        </p:spPr>
        <p:txBody>
          <a:bodyPr wrap="square" lIns="0" tIns="0" rIns="0" bIns="0" rtlCol="0" anchor="t"/>
          <a:lstStyle/>
          <a:p>
            <a:pPr algn="l" indent="0" marL="0">
              <a:buNone/>
            </a:pPr>
            <a:r>
              <a:rPr lang="en-US" sz="1600" dirty="0">
                <a:solidFill>
                  <a:srgbClr val="D7D5E6"/>
                </a:solidFill>
                <a:latin typeface="Yu Gothic" pitchFamily="34" charset="0"/>
                <a:ea typeface="Yu Gothic" pitchFamily="34" charset="-122"/>
                <a:cs typeface="Yu Gothic" pitchFamily="34" charset="-120"/>
              </a:rPr>
              <a:t>🖥️ 自分のペース・ブラウザ完結・インストール不要</a:t>
            </a:r>
            <a:endParaRPr lang="en-US" sz="1600" dirty="0"/>
          </a:p>
        </p:txBody>
      </p:sp>
      <p:sp>
        <p:nvSpPr>
          <p:cNvPr id="7" name="Shape 5"/>
          <p:cNvSpPr/>
          <p:nvPr/>
        </p:nvSpPr>
        <p:spPr>
          <a:xfrm>
            <a:off x="676656" y="5038344"/>
            <a:ext cx="182880" cy="182880"/>
          </a:xfrm>
          <a:prstGeom prst="ellipse">
            <a:avLst/>
          </a:prstGeom>
          <a:solidFill>
            <a:srgbClr val="A78BFA"/>
          </a:solidFill>
          <a:ln/>
        </p:spPr>
      </p:sp>
      <p:sp>
        <p:nvSpPr>
          <p:cNvPr id="8" name="Text 6"/>
          <p:cNvSpPr/>
          <p:nvPr/>
        </p:nvSpPr>
        <p:spPr>
          <a:xfrm>
            <a:off x="1042416" y="4956048"/>
            <a:ext cx="5760720" cy="502920"/>
          </a:xfrm>
          <a:prstGeom prst="rect">
            <a:avLst/>
          </a:prstGeom>
          <a:noFill/>
          <a:ln/>
        </p:spPr>
        <p:txBody>
          <a:bodyPr wrap="square" lIns="0" tIns="0" rIns="0" bIns="0" rtlCol="0" anchor="t"/>
          <a:lstStyle/>
          <a:p>
            <a:pPr algn="l" indent="0" marL="0">
              <a:buNone/>
            </a:pPr>
            <a:r>
              <a:rPr lang="en-US" sz="1600" dirty="0">
                <a:solidFill>
                  <a:srgbClr val="D7D5E6"/>
                </a:solidFill>
                <a:latin typeface="Yu Gothic" pitchFamily="34" charset="0"/>
                <a:ea typeface="Yu Gothic" pitchFamily="34" charset="-122"/>
                <a:cs typeface="Yu Gothic" pitchFamily="34" charset="-120"/>
              </a:rPr>
              <a:t>📋 すべての手順はコピーしてすぐ使え、スクリーンショット付き</a:t>
            </a:r>
            <a:endParaRPr lang="en-US" sz="1600" dirty="0"/>
          </a:p>
        </p:txBody>
      </p:sp>
      <p:sp>
        <p:nvSpPr>
          <p:cNvPr id="9" name="Shape 7"/>
          <p:cNvSpPr/>
          <p:nvPr/>
        </p:nvSpPr>
        <p:spPr>
          <a:xfrm>
            <a:off x="676656" y="5696712"/>
            <a:ext cx="182880" cy="182880"/>
          </a:xfrm>
          <a:prstGeom prst="ellipse">
            <a:avLst/>
          </a:prstGeom>
          <a:solidFill>
            <a:srgbClr val="A78BFA"/>
          </a:solidFill>
          <a:ln/>
        </p:spPr>
      </p:sp>
      <p:sp>
        <p:nvSpPr>
          <p:cNvPr id="10" name="Text 8"/>
          <p:cNvSpPr/>
          <p:nvPr/>
        </p:nvSpPr>
        <p:spPr>
          <a:xfrm>
            <a:off x="1042416" y="5614416"/>
            <a:ext cx="5760720" cy="502920"/>
          </a:xfrm>
          <a:prstGeom prst="rect">
            <a:avLst/>
          </a:prstGeom>
          <a:noFill/>
          <a:ln/>
        </p:spPr>
        <p:txBody>
          <a:bodyPr wrap="square" lIns="0" tIns="0" rIns="0" bIns="0" rtlCol="0" anchor="t"/>
          <a:lstStyle/>
          <a:p>
            <a:pPr algn="l" indent="0" marL="0">
              <a:buNone/>
            </a:pPr>
            <a:r>
              <a:rPr lang="en-US" sz="1600" dirty="0">
                <a:solidFill>
                  <a:srgbClr val="D7D5E6"/>
                </a:solidFill>
                <a:latin typeface="Yu Gothic" pitchFamily="34" charset="0"/>
                <a:ea typeface="Yu Gothic" pitchFamily="34" charset="-122"/>
                <a:cs typeface="Yu Gothic" pitchFamily="34" charset="-120"/>
              </a:rPr>
              <a:t>🤝 社内イネーブルメントにも顧客ワークショップにも対応</a:t>
            </a:r>
            <a:endParaRPr lang="en-US" sz="1600" dirty="0"/>
          </a:p>
        </p:txBody>
      </p:sp>
      <p:sp>
        <p:nvSpPr>
          <p:cNvPr id="11" name="Shape 9"/>
          <p:cNvSpPr/>
          <p:nvPr/>
        </p:nvSpPr>
        <p:spPr>
          <a:xfrm>
            <a:off x="7315200" y="1965960"/>
            <a:ext cx="2286000" cy="2103120"/>
          </a:xfrm>
          <a:prstGeom prst="roundRect">
            <a:avLst>
              <a:gd name="adj" fmla="val 5217"/>
            </a:avLst>
          </a:prstGeom>
          <a:solidFill>
            <a:srgbClr val="221C3F"/>
          </a:solidFill>
          <a:ln w="12700">
            <a:solidFill>
              <a:srgbClr val="3B3460"/>
            </a:solidFill>
            <a:prstDash val="solid"/>
          </a:ln>
        </p:spPr>
      </p:sp>
      <p:sp>
        <p:nvSpPr>
          <p:cNvPr id="12" name="Text 10"/>
          <p:cNvSpPr/>
          <p:nvPr/>
        </p:nvSpPr>
        <p:spPr>
          <a:xfrm>
            <a:off x="7315200" y="2148840"/>
            <a:ext cx="22860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7315200" y="2514600"/>
            <a:ext cx="2286000" cy="914400"/>
          </a:xfrm>
          <a:prstGeom prst="rect">
            <a:avLst/>
          </a:prstGeom>
          <a:noFill/>
          <a:ln/>
        </p:spPr>
        <p:txBody>
          <a:bodyPr wrap="square" lIns="0" tIns="0" rIns="0" bIns="0" rtlCol="0" anchor="ctr"/>
          <a:lstStyle/>
          <a:p>
            <a:pPr algn="ctr" indent="0" marL="0">
              <a:buNone/>
            </a:pPr>
            <a:r>
              <a:rPr lang="en-US" sz="5000" b="1" dirty="0">
                <a:solidFill>
                  <a:srgbClr val="A78BFA"/>
                </a:solidFill>
                <a:latin typeface="Yu Gothic" pitchFamily="34" charset="0"/>
                <a:ea typeface="Yu Gothic" pitchFamily="34" charset="-122"/>
                <a:cs typeface="Yu Gothic" pitchFamily="34" charset="-120"/>
              </a:rPr>
              <a:t>6</a:t>
            </a:r>
            <a:endParaRPr lang="en-US" sz="5000" dirty="0"/>
          </a:p>
        </p:txBody>
      </p:sp>
      <p:sp>
        <p:nvSpPr>
          <p:cNvPr id="14" name="Text 12"/>
          <p:cNvSpPr/>
          <p:nvPr/>
        </p:nvSpPr>
        <p:spPr>
          <a:xfrm>
            <a:off x="7315200" y="3483864"/>
            <a:ext cx="2286000" cy="502920"/>
          </a:xfrm>
          <a:prstGeom prst="rect">
            <a:avLst/>
          </a:prstGeom>
          <a:noFill/>
          <a:ln/>
        </p:spPr>
        <p:txBody>
          <a:bodyPr wrap="square" lIns="0" tIns="0" rIns="0" bIns="0" rtlCol="0" anchor="t"/>
          <a:lstStyle/>
          <a:p>
            <a:pPr algn="ctr" indent="0" marL="0">
              <a:buNone/>
            </a:pPr>
            <a:r>
              <a:rPr lang="en-US" sz="1500" dirty="0">
                <a:solidFill>
                  <a:srgbClr val="B4B1CC"/>
                </a:solidFill>
                <a:latin typeface="Yu Gothic" pitchFamily="34" charset="0"/>
                <a:ea typeface="Yu Gothic" pitchFamily="34" charset="-122"/>
                <a:cs typeface="Yu Gothic" pitchFamily="34" charset="-120"/>
              </a:rPr>
              <a:t>ハンズオン ラボ</a:t>
            </a:r>
            <a:endParaRPr lang="en-US" sz="1500" dirty="0"/>
          </a:p>
        </p:txBody>
      </p:sp>
      <p:sp>
        <p:nvSpPr>
          <p:cNvPr id="15" name="Shape 13"/>
          <p:cNvSpPr/>
          <p:nvPr/>
        </p:nvSpPr>
        <p:spPr>
          <a:xfrm>
            <a:off x="9802368" y="1965960"/>
            <a:ext cx="2286000" cy="2103120"/>
          </a:xfrm>
          <a:prstGeom prst="roundRect">
            <a:avLst>
              <a:gd name="adj" fmla="val 5217"/>
            </a:avLst>
          </a:prstGeom>
          <a:solidFill>
            <a:srgbClr val="221C3F"/>
          </a:solidFill>
          <a:ln w="12700">
            <a:solidFill>
              <a:srgbClr val="3B3460"/>
            </a:solidFill>
            <a:prstDash val="solid"/>
          </a:ln>
        </p:spPr>
      </p:sp>
      <p:sp>
        <p:nvSpPr>
          <p:cNvPr id="16" name="Text 14"/>
          <p:cNvSpPr/>
          <p:nvPr/>
        </p:nvSpPr>
        <p:spPr>
          <a:xfrm>
            <a:off x="9802368" y="2148840"/>
            <a:ext cx="22860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9802368" y="2514600"/>
            <a:ext cx="2286000" cy="914400"/>
          </a:xfrm>
          <a:prstGeom prst="rect">
            <a:avLst/>
          </a:prstGeom>
          <a:noFill/>
          <a:ln/>
        </p:spPr>
        <p:txBody>
          <a:bodyPr wrap="square" lIns="0" tIns="0" rIns="0" bIns="0" rtlCol="0" anchor="ctr"/>
          <a:lstStyle/>
          <a:p>
            <a:pPr algn="ctr" indent="0" marL="0">
              <a:buNone/>
            </a:pPr>
            <a:r>
              <a:rPr lang="en-US" sz="5000" b="1" dirty="0">
                <a:solidFill>
                  <a:srgbClr val="A78BFA"/>
                </a:solidFill>
                <a:latin typeface="Yu Gothic" pitchFamily="34" charset="0"/>
                <a:ea typeface="Yu Gothic" pitchFamily="34" charset="-122"/>
                <a:cs typeface="Yu Gothic" pitchFamily="34" charset="-120"/>
              </a:rPr>
              <a:t>29</a:t>
            </a:r>
            <a:endParaRPr lang="en-US" sz="5000" dirty="0"/>
          </a:p>
        </p:txBody>
      </p:sp>
      <p:sp>
        <p:nvSpPr>
          <p:cNvPr id="18" name="Text 16"/>
          <p:cNvSpPr/>
          <p:nvPr/>
        </p:nvSpPr>
        <p:spPr>
          <a:xfrm>
            <a:off x="9802368" y="3483864"/>
            <a:ext cx="2286000" cy="502920"/>
          </a:xfrm>
          <a:prstGeom prst="rect">
            <a:avLst/>
          </a:prstGeom>
          <a:noFill/>
          <a:ln/>
        </p:spPr>
        <p:txBody>
          <a:bodyPr wrap="square" lIns="0" tIns="0" rIns="0" bIns="0" rtlCol="0" anchor="t"/>
          <a:lstStyle/>
          <a:p>
            <a:pPr algn="ctr" indent="0" marL="0">
              <a:buNone/>
            </a:pPr>
            <a:r>
              <a:rPr lang="en-US" sz="1500" dirty="0">
                <a:solidFill>
                  <a:srgbClr val="B4B1CC"/>
                </a:solidFill>
                <a:latin typeface="Yu Gothic" pitchFamily="34" charset="0"/>
                <a:ea typeface="Yu Gothic" pitchFamily="34" charset="-122"/>
                <a:cs typeface="Yu Gothic" pitchFamily="34" charset="-120"/>
              </a:rPr>
              <a:t>ガイド付き手順</a:t>
            </a:r>
            <a:endParaRPr lang="en-US" sz="1500" dirty="0"/>
          </a:p>
        </p:txBody>
      </p:sp>
      <p:sp>
        <p:nvSpPr>
          <p:cNvPr id="19" name="Shape 17"/>
          <p:cNvSpPr/>
          <p:nvPr/>
        </p:nvSpPr>
        <p:spPr>
          <a:xfrm>
            <a:off x="7315200" y="4297680"/>
            <a:ext cx="2286000" cy="2103120"/>
          </a:xfrm>
          <a:prstGeom prst="roundRect">
            <a:avLst>
              <a:gd name="adj" fmla="val 5217"/>
            </a:avLst>
          </a:prstGeom>
          <a:solidFill>
            <a:srgbClr val="221C3F"/>
          </a:solidFill>
          <a:ln w="12700">
            <a:solidFill>
              <a:srgbClr val="3B3460"/>
            </a:solidFill>
            <a:prstDash val="solid"/>
          </a:ln>
        </p:spPr>
      </p:sp>
      <p:sp>
        <p:nvSpPr>
          <p:cNvPr id="20" name="Text 18"/>
          <p:cNvSpPr/>
          <p:nvPr/>
        </p:nvSpPr>
        <p:spPr>
          <a:xfrm>
            <a:off x="7315200" y="4480560"/>
            <a:ext cx="22860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Text 19"/>
          <p:cNvSpPr/>
          <p:nvPr/>
        </p:nvSpPr>
        <p:spPr>
          <a:xfrm>
            <a:off x="7315200" y="4846320"/>
            <a:ext cx="2286000" cy="914400"/>
          </a:xfrm>
          <a:prstGeom prst="rect">
            <a:avLst/>
          </a:prstGeom>
          <a:noFill/>
          <a:ln/>
        </p:spPr>
        <p:txBody>
          <a:bodyPr wrap="square" lIns="0" tIns="0" rIns="0" bIns="0" rtlCol="0" anchor="ctr"/>
          <a:lstStyle/>
          <a:p>
            <a:pPr algn="ctr" indent="0" marL="0">
              <a:buNone/>
            </a:pPr>
            <a:r>
              <a:rPr lang="en-US" sz="5000" b="1" dirty="0">
                <a:solidFill>
                  <a:srgbClr val="A78BFA"/>
                </a:solidFill>
                <a:latin typeface="Yu Gothic" pitchFamily="34" charset="0"/>
                <a:ea typeface="Yu Gothic" pitchFamily="34" charset="-122"/>
                <a:cs typeface="Yu Gothic" pitchFamily="34" charset="-120"/>
              </a:rPr>
              <a:t>8</a:t>
            </a:r>
            <a:endParaRPr lang="en-US" sz="5000" dirty="0"/>
          </a:p>
        </p:txBody>
      </p:sp>
      <p:sp>
        <p:nvSpPr>
          <p:cNvPr id="22" name="Text 20"/>
          <p:cNvSpPr/>
          <p:nvPr/>
        </p:nvSpPr>
        <p:spPr>
          <a:xfrm>
            <a:off x="7315200" y="5815584"/>
            <a:ext cx="2286000" cy="502920"/>
          </a:xfrm>
          <a:prstGeom prst="rect">
            <a:avLst/>
          </a:prstGeom>
          <a:noFill/>
          <a:ln/>
        </p:spPr>
        <p:txBody>
          <a:bodyPr wrap="square" lIns="0" tIns="0" rIns="0" bIns="0" rtlCol="0" anchor="t"/>
          <a:lstStyle/>
          <a:p>
            <a:pPr algn="ctr" indent="0" marL="0">
              <a:buNone/>
            </a:pPr>
            <a:r>
              <a:rPr lang="en-US" sz="1500" dirty="0">
                <a:solidFill>
                  <a:srgbClr val="B4B1CC"/>
                </a:solidFill>
                <a:latin typeface="Yu Gothic" pitchFamily="34" charset="0"/>
                <a:ea typeface="Yu Gothic" pitchFamily="34" charset="-122"/>
                <a:cs typeface="Yu Gothic" pitchFamily="34" charset="-120"/>
              </a:rPr>
              <a:t>言語</a:t>
            </a:r>
            <a:endParaRPr lang="en-US" sz="1500" dirty="0"/>
          </a:p>
        </p:txBody>
      </p:sp>
      <p:sp>
        <p:nvSpPr>
          <p:cNvPr id="23" name="Shape 21"/>
          <p:cNvSpPr/>
          <p:nvPr/>
        </p:nvSpPr>
        <p:spPr>
          <a:xfrm>
            <a:off x="9802368" y="4297680"/>
            <a:ext cx="2286000" cy="2103120"/>
          </a:xfrm>
          <a:prstGeom prst="roundRect">
            <a:avLst>
              <a:gd name="adj" fmla="val 5217"/>
            </a:avLst>
          </a:prstGeom>
          <a:solidFill>
            <a:srgbClr val="221C3F"/>
          </a:solidFill>
          <a:ln w="12700">
            <a:solidFill>
              <a:srgbClr val="3B3460"/>
            </a:solidFill>
            <a:prstDash val="solid"/>
          </a:ln>
        </p:spPr>
      </p:sp>
      <p:sp>
        <p:nvSpPr>
          <p:cNvPr id="24" name="Text 22"/>
          <p:cNvSpPr/>
          <p:nvPr/>
        </p:nvSpPr>
        <p:spPr>
          <a:xfrm>
            <a:off x="9802368" y="4480560"/>
            <a:ext cx="22860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5" name="Text 23"/>
          <p:cNvSpPr/>
          <p:nvPr/>
        </p:nvSpPr>
        <p:spPr>
          <a:xfrm>
            <a:off x="9802368" y="4846320"/>
            <a:ext cx="2286000" cy="914400"/>
          </a:xfrm>
          <a:prstGeom prst="rect">
            <a:avLst/>
          </a:prstGeom>
          <a:noFill/>
          <a:ln/>
        </p:spPr>
        <p:txBody>
          <a:bodyPr wrap="square" lIns="0" tIns="0" rIns="0" bIns="0" rtlCol="0" anchor="ctr"/>
          <a:lstStyle/>
          <a:p>
            <a:pPr algn="ctr" indent="0" marL="0">
              <a:buNone/>
            </a:pPr>
            <a:r>
              <a:rPr lang="en-US" sz="5000" b="1" dirty="0">
                <a:solidFill>
                  <a:srgbClr val="A78BFA"/>
                </a:solidFill>
                <a:latin typeface="Yu Gothic" pitchFamily="34" charset="0"/>
                <a:ea typeface="Yu Gothic" pitchFamily="34" charset="-122"/>
                <a:cs typeface="Yu Gothic" pitchFamily="34" charset="-120"/>
              </a:rPr>
              <a:t>∞</a:t>
            </a:r>
            <a:endParaRPr lang="en-US" sz="5000" dirty="0"/>
          </a:p>
        </p:txBody>
      </p:sp>
      <p:sp>
        <p:nvSpPr>
          <p:cNvPr id="26" name="Text 24"/>
          <p:cNvSpPr/>
          <p:nvPr/>
        </p:nvSpPr>
        <p:spPr>
          <a:xfrm>
            <a:off x="9802368" y="5815584"/>
            <a:ext cx="2286000" cy="502920"/>
          </a:xfrm>
          <a:prstGeom prst="rect">
            <a:avLst/>
          </a:prstGeom>
          <a:noFill/>
          <a:ln/>
        </p:spPr>
        <p:txBody>
          <a:bodyPr wrap="square" lIns="0" tIns="0" rIns="0" bIns="0" rtlCol="0" anchor="t"/>
          <a:lstStyle/>
          <a:p>
            <a:pPr algn="ctr" indent="0" marL="0">
              <a:buNone/>
            </a:pPr>
            <a:r>
              <a:rPr lang="en-US" sz="1500" dirty="0">
                <a:solidFill>
                  <a:srgbClr val="B4B1CC"/>
                </a:solidFill>
                <a:latin typeface="Yu Gothic" pitchFamily="34" charset="0"/>
                <a:ea typeface="Yu Gothic" pitchFamily="34" charset="-122"/>
                <a:cs typeface="Yu Gothic" pitchFamily="34" charset="-120"/>
              </a:rPr>
              <a:t>再利用・どの顧客でも</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0F22"/>
        </a:solidFill>
      </p:bgPr>
    </p:bg>
    <p:spTree>
      <p:nvGrpSpPr>
        <p:cNvPr id="1" name=""/>
        <p:cNvGrpSpPr/>
        <p:nvPr/>
      </p:nvGrpSpPr>
      <p:grpSpPr>
        <a:xfrm>
          <a:off x="0" y="0"/>
          <a:ext cx="0" cy="0"/>
          <a:chOff x="0" y="0"/>
          <a:chExt cx="0" cy="0"/>
        </a:xfrm>
      </p:grpSpPr>
      <p:sp>
        <p:nvSpPr>
          <p:cNvPr id="2" name="Text 0"/>
          <p:cNvSpPr/>
          <p:nvPr/>
        </p:nvSpPr>
        <p:spPr>
          <a:xfrm>
            <a:off x="640080" y="530352"/>
            <a:ext cx="7315200" cy="365760"/>
          </a:xfrm>
          <a:prstGeom prst="rect">
            <a:avLst/>
          </a:prstGeom>
          <a:noFill/>
          <a:ln/>
        </p:spPr>
        <p:txBody>
          <a:bodyPr wrap="square" lIns="0" tIns="0" rIns="0" bIns="0" rtlCol="0" anchor="ctr"/>
          <a:lstStyle/>
          <a:p>
            <a:pPr algn="l" indent="0" marL="0">
              <a:buNone/>
            </a:pPr>
            <a:r>
              <a:rPr lang="en-US" sz="1250" b="1" spc="200" kern="0" dirty="0">
                <a:solidFill>
                  <a:srgbClr val="A78BFA"/>
                </a:solidFill>
                <a:latin typeface="Yu Gothic" pitchFamily="34" charset="0"/>
                <a:ea typeface="Yu Gothic" pitchFamily="34" charset="-122"/>
                <a:cs typeface="Yu Gothic" pitchFamily="34" charset="-120"/>
              </a:rPr>
              <a:t>🧭 学習パス</a:t>
            </a:r>
            <a:endParaRPr lang="en-US" sz="1250" dirty="0"/>
          </a:p>
        </p:txBody>
      </p:sp>
      <p:sp>
        <p:nvSpPr>
          <p:cNvPr id="3" name="Text 1"/>
          <p:cNvSpPr/>
          <p:nvPr/>
        </p:nvSpPr>
        <p:spPr>
          <a:xfrm>
            <a:off x="640080" y="914400"/>
            <a:ext cx="11064240" cy="960120"/>
          </a:xfrm>
          <a:prstGeom prst="rect">
            <a:avLst/>
          </a:prstGeom>
          <a:noFill/>
          <a:ln/>
        </p:spPr>
        <p:txBody>
          <a:bodyPr wrap="square" lIns="0" tIns="0" rIns="0" bIns="0" rtlCol="0" anchor="t"/>
          <a:lstStyle/>
          <a:p>
            <a:pPr algn="l" indent="0" marL="0">
              <a:buNone/>
            </a:pPr>
            <a:r>
              <a:rPr lang="en-US" sz="3000" b="1" dirty="0">
                <a:solidFill>
                  <a:srgbClr val="ECECF5"/>
                </a:solidFill>
                <a:latin typeface="Yu Gothic" pitchFamily="34" charset="0"/>
                <a:ea typeface="Yu Gothic" pitchFamily="34" charset="-122"/>
                <a:cs typeface="Yu Gothic" pitchFamily="34" charset="-120"/>
              </a:rPr>
              <a:t>6 つのラボ、最初の Agent からリアルタイム音声まで 🎙️</a:t>
            </a:r>
            <a:endParaRPr lang="en-US" sz="3000" dirty="0"/>
          </a:p>
        </p:txBody>
      </p:sp>
      <p:sp>
        <p:nvSpPr>
          <p:cNvPr id="4" name="Shape 2"/>
          <p:cNvSpPr/>
          <p:nvPr/>
        </p:nvSpPr>
        <p:spPr>
          <a:xfrm>
            <a:off x="640080" y="2011680"/>
            <a:ext cx="3529584" cy="2084832"/>
          </a:xfrm>
          <a:prstGeom prst="roundRect">
            <a:avLst>
              <a:gd name="adj" fmla="val 5263"/>
            </a:avLst>
          </a:prstGeom>
          <a:solidFill>
            <a:srgbClr val="221C3F"/>
          </a:solidFill>
          <a:ln w="12700">
            <a:solidFill>
              <a:srgbClr val="3B3460"/>
            </a:solidFill>
            <a:prstDash val="solid"/>
          </a:ln>
        </p:spPr>
      </p:sp>
      <p:sp>
        <p:nvSpPr>
          <p:cNvPr id="5" name="Text 3"/>
          <p:cNvSpPr/>
          <p:nvPr/>
        </p:nvSpPr>
        <p:spPr>
          <a:xfrm>
            <a:off x="3236976" y="2212848"/>
            <a:ext cx="731520" cy="457200"/>
          </a:xfrm>
          <a:prstGeom prst="rect">
            <a:avLst/>
          </a:prstGeom>
          <a:noFill/>
          <a:ln/>
        </p:spPr>
        <p:txBody>
          <a:bodyPr wrap="square" lIns="0" tIns="0" rIns="0" bIns="0" rtlCol="0" anchor="ctr"/>
          <a:lstStyle/>
          <a:p>
            <a:pPr algn="r" indent="0" marL="0">
              <a:buNone/>
            </a:pPr>
            <a:r>
              <a:rPr lang="en-US" sz="2200" dirty="0">
                <a:solidFill>
                  <a:srgbClr val="000000"/>
                </a:solidFill>
              </a:rPr>
              <a:t>🤖</a:t>
            </a:r>
            <a:endParaRPr lang="en-US" sz="2200" dirty="0"/>
          </a:p>
        </p:txBody>
      </p:sp>
      <p:sp>
        <p:nvSpPr>
          <p:cNvPr id="6" name="Text 4"/>
          <p:cNvSpPr/>
          <p:nvPr/>
        </p:nvSpPr>
        <p:spPr>
          <a:xfrm>
            <a:off x="932688" y="2267712"/>
            <a:ext cx="1828800" cy="310896"/>
          </a:xfrm>
          <a:prstGeom prst="rect">
            <a:avLst/>
          </a:prstGeom>
          <a:noFill/>
          <a:ln/>
        </p:spPr>
        <p:txBody>
          <a:bodyPr wrap="square" lIns="0" tIns="0" rIns="0" bIns="0" rtlCol="0" anchor="ctr"/>
          <a:lstStyle/>
          <a:p>
            <a:pPr indent="0" marL="0">
              <a:buNone/>
            </a:pPr>
            <a:r>
              <a:rPr lang="en-US" sz="1500" b="1" dirty="0">
                <a:solidFill>
                  <a:srgbClr val="A78BFA"/>
                </a:solidFill>
                <a:latin typeface="Yu Gothic" pitchFamily="34" charset="0"/>
                <a:ea typeface="Yu Gothic" pitchFamily="34" charset="-122"/>
                <a:cs typeface="Yu Gothic" pitchFamily="34" charset="-120"/>
              </a:rPr>
              <a:t>01</a:t>
            </a:r>
            <a:endParaRPr lang="en-US" sz="1500" dirty="0"/>
          </a:p>
        </p:txBody>
      </p:sp>
      <p:sp>
        <p:nvSpPr>
          <p:cNvPr id="7" name="Text 5"/>
          <p:cNvSpPr/>
          <p:nvPr/>
        </p:nvSpPr>
        <p:spPr>
          <a:xfrm>
            <a:off x="932688" y="2615184"/>
            <a:ext cx="2944368" cy="50292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Agent Maker を知る</a:t>
            </a:r>
            <a:endParaRPr lang="en-US" sz="1800" dirty="0"/>
          </a:p>
        </p:txBody>
      </p:sp>
      <p:sp>
        <p:nvSpPr>
          <p:cNvPr id="8" name="Text 6"/>
          <p:cNvSpPr/>
          <p:nvPr/>
        </p:nvSpPr>
        <p:spPr>
          <a:xfrm>
            <a:off x="932688" y="3163824"/>
            <a:ext cx="2980944" cy="822960"/>
          </a:xfrm>
          <a:prstGeom prst="rect">
            <a:avLst/>
          </a:prstGeom>
          <a:noFill/>
          <a:ln/>
        </p:spPr>
        <p:txBody>
          <a:bodyPr wrap="square" lIns="0" tIns="0" rIns="0" bIns="0" rtlCol="0" anchor="t"/>
          <a:lstStyle/>
          <a:p>
            <a:pPr indent="0" marL="0">
              <a:lnSpc>
                <a:spcPct val="105000"/>
              </a:lnSpc>
              <a:buNone/>
            </a:pPr>
            <a:r>
              <a:rPr lang="en-US" sz="1400" dirty="0">
                <a:solidFill>
                  <a:srgbClr val="B4B1CC"/>
                </a:solidFill>
                <a:latin typeface="Yu Gothic" pitchFamily="34" charset="0"/>
                <a:ea typeface="Yu Gothic" pitchFamily="34" charset="-122"/>
                <a:cs typeface="Yu Gothic" pitchFamily="34" charset="-120"/>
              </a:rPr>
              <a:t>Microsoft.com + Microsoft Learn MCP で根拠のある多言語 Agent を構築。</a:t>
            </a:r>
            <a:endParaRPr lang="en-US" sz="1400" dirty="0"/>
          </a:p>
        </p:txBody>
      </p:sp>
      <p:sp>
        <p:nvSpPr>
          <p:cNvPr id="9" name="Shape 7"/>
          <p:cNvSpPr/>
          <p:nvPr/>
        </p:nvSpPr>
        <p:spPr>
          <a:xfrm>
            <a:off x="4352544" y="2011680"/>
            <a:ext cx="3529584" cy="2084832"/>
          </a:xfrm>
          <a:prstGeom prst="roundRect">
            <a:avLst>
              <a:gd name="adj" fmla="val 5263"/>
            </a:avLst>
          </a:prstGeom>
          <a:solidFill>
            <a:srgbClr val="221C3F"/>
          </a:solidFill>
          <a:ln w="12700">
            <a:solidFill>
              <a:srgbClr val="3B3460"/>
            </a:solidFill>
            <a:prstDash val="solid"/>
          </a:ln>
        </p:spPr>
      </p:sp>
      <p:sp>
        <p:nvSpPr>
          <p:cNvPr id="10" name="Text 8"/>
          <p:cNvSpPr/>
          <p:nvPr/>
        </p:nvSpPr>
        <p:spPr>
          <a:xfrm>
            <a:off x="6949440" y="2212848"/>
            <a:ext cx="731520" cy="457200"/>
          </a:xfrm>
          <a:prstGeom prst="rect">
            <a:avLst/>
          </a:prstGeom>
          <a:noFill/>
          <a:ln/>
        </p:spPr>
        <p:txBody>
          <a:bodyPr wrap="square" lIns="0" tIns="0" rIns="0" bIns="0" rtlCol="0" anchor="ctr"/>
          <a:lstStyle/>
          <a:p>
            <a:pPr algn="r" indent="0" marL="0">
              <a:buNone/>
            </a:pPr>
            <a:r>
              <a:rPr lang="en-US" sz="2200" dirty="0">
                <a:solidFill>
                  <a:srgbClr val="000000"/>
                </a:solidFill>
              </a:rPr>
              <a:t>🗂️</a:t>
            </a:r>
            <a:endParaRPr lang="en-US" sz="2200" dirty="0"/>
          </a:p>
        </p:txBody>
      </p:sp>
      <p:sp>
        <p:nvSpPr>
          <p:cNvPr id="11" name="Text 9"/>
          <p:cNvSpPr/>
          <p:nvPr/>
        </p:nvSpPr>
        <p:spPr>
          <a:xfrm>
            <a:off x="4645152" y="2267712"/>
            <a:ext cx="1828800" cy="310896"/>
          </a:xfrm>
          <a:prstGeom prst="rect">
            <a:avLst/>
          </a:prstGeom>
          <a:noFill/>
          <a:ln/>
        </p:spPr>
        <p:txBody>
          <a:bodyPr wrap="square" lIns="0" tIns="0" rIns="0" bIns="0" rtlCol="0" anchor="ctr"/>
          <a:lstStyle/>
          <a:p>
            <a:pPr indent="0" marL="0">
              <a:buNone/>
            </a:pPr>
            <a:r>
              <a:rPr lang="en-US" sz="1500" b="1" dirty="0">
                <a:solidFill>
                  <a:srgbClr val="A78BFA"/>
                </a:solidFill>
                <a:latin typeface="Yu Gothic" pitchFamily="34" charset="0"/>
                <a:ea typeface="Yu Gothic" pitchFamily="34" charset="-122"/>
                <a:cs typeface="Yu Gothic" pitchFamily="34" charset="-120"/>
              </a:rPr>
              <a:t>02</a:t>
            </a:r>
            <a:endParaRPr lang="en-US" sz="1500" dirty="0"/>
          </a:p>
        </p:txBody>
      </p:sp>
      <p:sp>
        <p:nvSpPr>
          <p:cNvPr id="12" name="Text 10"/>
          <p:cNvSpPr/>
          <p:nvPr/>
        </p:nvSpPr>
        <p:spPr>
          <a:xfrm>
            <a:off x="4645152" y="2615184"/>
            <a:ext cx="2944368" cy="50292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ビジネス コンテキストを取り込む</a:t>
            </a:r>
            <a:endParaRPr lang="en-US" sz="1800" dirty="0"/>
          </a:p>
        </p:txBody>
      </p:sp>
      <p:sp>
        <p:nvSpPr>
          <p:cNvPr id="13" name="Text 11"/>
          <p:cNvSpPr/>
          <p:nvPr/>
        </p:nvSpPr>
        <p:spPr>
          <a:xfrm>
            <a:off x="4645152" y="3163824"/>
            <a:ext cx="2980944" cy="822960"/>
          </a:xfrm>
          <a:prstGeom prst="rect">
            <a:avLst/>
          </a:prstGeom>
          <a:noFill/>
          <a:ln/>
        </p:spPr>
        <p:txBody>
          <a:bodyPr wrap="square" lIns="0" tIns="0" rIns="0" bIns="0" rtlCol="0" anchor="t"/>
          <a:lstStyle/>
          <a:p>
            <a:pPr indent="0" marL="0">
              <a:lnSpc>
                <a:spcPct val="105000"/>
              </a:lnSpc>
              <a:buNone/>
            </a:pPr>
            <a:r>
              <a:rPr lang="en-US" sz="1400" dirty="0">
                <a:solidFill>
                  <a:srgbClr val="B4B1CC"/>
                </a:solidFill>
                <a:latin typeface="Yu Gothic" pitchFamily="34" charset="0"/>
                <a:ea typeface="Yu Gothic" pitchFamily="34" charset="-122"/>
                <a:cs typeface="Yu Gothic" pitchFamily="34" charset="-120"/>
              </a:rPr>
              <a:t>Dataverse MCP、再利用可能な Skills、Memory、CoWork の顧客 360 ワークフロー。</a:t>
            </a:r>
            <a:endParaRPr lang="en-US" sz="1400" dirty="0"/>
          </a:p>
        </p:txBody>
      </p:sp>
      <p:sp>
        <p:nvSpPr>
          <p:cNvPr id="14" name="Shape 12"/>
          <p:cNvSpPr/>
          <p:nvPr/>
        </p:nvSpPr>
        <p:spPr>
          <a:xfrm>
            <a:off x="8065008" y="2011680"/>
            <a:ext cx="3529584" cy="2084832"/>
          </a:xfrm>
          <a:prstGeom prst="roundRect">
            <a:avLst>
              <a:gd name="adj" fmla="val 5263"/>
            </a:avLst>
          </a:prstGeom>
          <a:solidFill>
            <a:srgbClr val="221C3F"/>
          </a:solidFill>
          <a:ln w="12700">
            <a:solidFill>
              <a:srgbClr val="3B3460"/>
            </a:solidFill>
            <a:prstDash val="solid"/>
          </a:ln>
        </p:spPr>
      </p:sp>
      <p:sp>
        <p:nvSpPr>
          <p:cNvPr id="15" name="Text 13"/>
          <p:cNvSpPr/>
          <p:nvPr/>
        </p:nvSpPr>
        <p:spPr>
          <a:xfrm>
            <a:off x="10661904" y="2212848"/>
            <a:ext cx="731520" cy="457200"/>
          </a:xfrm>
          <a:prstGeom prst="rect">
            <a:avLst/>
          </a:prstGeom>
          <a:noFill/>
          <a:ln/>
        </p:spPr>
        <p:txBody>
          <a:bodyPr wrap="square" lIns="0" tIns="0" rIns="0" bIns="0" rtlCol="0" anchor="ctr"/>
          <a:lstStyle/>
          <a:p>
            <a:pPr algn="r" indent="0" marL="0">
              <a:buNone/>
            </a:pPr>
            <a:r>
              <a:rPr lang="en-US" sz="2200" dirty="0">
                <a:solidFill>
                  <a:srgbClr val="000000"/>
                </a:solidFill>
              </a:rPr>
              <a:t>📝</a:t>
            </a:r>
            <a:endParaRPr lang="en-US" sz="2200" dirty="0"/>
          </a:p>
        </p:txBody>
      </p:sp>
      <p:sp>
        <p:nvSpPr>
          <p:cNvPr id="16" name="Text 14"/>
          <p:cNvSpPr/>
          <p:nvPr/>
        </p:nvSpPr>
        <p:spPr>
          <a:xfrm>
            <a:off x="8357616" y="2267712"/>
            <a:ext cx="1828800" cy="310896"/>
          </a:xfrm>
          <a:prstGeom prst="rect">
            <a:avLst/>
          </a:prstGeom>
          <a:noFill/>
          <a:ln/>
        </p:spPr>
        <p:txBody>
          <a:bodyPr wrap="square" lIns="0" tIns="0" rIns="0" bIns="0" rtlCol="0" anchor="ctr"/>
          <a:lstStyle/>
          <a:p>
            <a:pPr indent="0" marL="0">
              <a:buNone/>
            </a:pPr>
            <a:r>
              <a:rPr lang="en-US" sz="1500" b="1" dirty="0">
                <a:solidFill>
                  <a:srgbClr val="A78BFA"/>
                </a:solidFill>
                <a:latin typeface="Yu Gothic" pitchFamily="34" charset="0"/>
                <a:ea typeface="Yu Gothic" pitchFamily="34" charset="-122"/>
                <a:cs typeface="Yu Gothic" pitchFamily="34" charset="-120"/>
              </a:rPr>
              <a:t>03</a:t>
            </a:r>
            <a:endParaRPr lang="en-US" sz="1500" dirty="0"/>
          </a:p>
        </p:txBody>
      </p:sp>
      <p:sp>
        <p:nvSpPr>
          <p:cNvPr id="17" name="Text 15"/>
          <p:cNvSpPr/>
          <p:nvPr/>
        </p:nvSpPr>
        <p:spPr>
          <a:xfrm>
            <a:off x="8357616" y="2615184"/>
            <a:ext cx="2944368" cy="50292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根拠ベースの RFP</a:t>
            </a:r>
            <a:endParaRPr lang="en-US" sz="1800" dirty="0"/>
          </a:p>
        </p:txBody>
      </p:sp>
      <p:sp>
        <p:nvSpPr>
          <p:cNvPr id="18" name="Text 16"/>
          <p:cNvSpPr/>
          <p:nvPr/>
        </p:nvSpPr>
        <p:spPr>
          <a:xfrm>
            <a:off x="8357616" y="3163824"/>
            <a:ext cx="2980944" cy="822960"/>
          </a:xfrm>
          <a:prstGeom prst="rect">
            <a:avLst/>
          </a:prstGeom>
          <a:noFill/>
          <a:ln/>
        </p:spPr>
        <p:txBody>
          <a:bodyPr wrap="square" lIns="0" tIns="0" rIns="0" bIns="0" rtlCol="0" anchor="t"/>
          <a:lstStyle/>
          <a:p>
            <a:pPr indent="0" marL="0">
              <a:lnSpc>
                <a:spcPct val="105000"/>
              </a:lnSpc>
              <a:buNone/>
            </a:pPr>
            <a:r>
              <a:rPr lang="en-US" sz="1400" dirty="0">
                <a:solidFill>
                  <a:srgbClr val="B4B1CC"/>
                </a:solidFill>
                <a:latin typeface="Yu Gothic" pitchFamily="34" charset="0"/>
                <a:ea typeface="Yu Gothic" pitchFamily="34" charset="-122"/>
                <a:cs typeface="Yu Gothic" pitchFamily="34" charset="-120"/>
              </a:rPr>
              <a:t>Work IQ + Microsoft IQ が Office 全体で出典付きの RFP/RFI 回答を生成。</a:t>
            </a:r>
            <a:endParaRPr lang="en-US" sz="1400" dirty="0"/>
          </a:p>
        </p:txBody>
      </p:sp>
      <p:sp>
        <p:nvSpPr>
          <p:cNvPr id="19" name="Shape 17"/>
          <p:cNvSpPr/>
          <p:nvPr/>
        </p:nvSpPr>
        <p:spPr>
          <a:xfrm>
            <a:off x="640080" y="4297680"/>
            <a:ext cx="3529584" cy="2084832"/>
          </a:xfrm>
          <a:prstGeom prst="roundRect">
            <a:avLst>
              <a:gd name="adj" fmla="val 5263"/>
            </a:avLst>
          </a:prstGeom>
          <a:solidFill>
            <a:srgbClr val="221C3F"/>
          </a:solidFill>
          <a:ln w="12700">
            <a:solidFill>
              <a:srgbClr val="3B3460"/>
            </a:solidFill>
            <a:prstDash val="solid"/>
          </a:ln>
        </p:spPr>
      </p:sp>
      <p:sp>
        <p:nvSpPr>
          <p:cNvPr id="20" name="Text 18"/>
          <p:cNvSpPr/>
          <p:nvPr/>
        </p:nvSpPr>
        <p:spPr>
          <a:xfrm>
            <a:off x="3236976" y="4498848"/>
            <a:ext cx="731520" cy="457200"/>
          </a:xfrm>
          <a:prstGeom prst="rect">
            <a:avLst/>
          </a:prstGeom>
          <a:noFill/>
          <a:ln/>
        </p:spPr>
        <p:txBody>
          <a:bodyPr wrap="square" lIns="0" tIns="0" rIns="0" bIns="0" rtlCol="0" anchor="ctr"/>
          <a:lstStyle/>
          <a:p>
            <a:pPr algn="r" indent="0" marL="0">
              <a:buNone/>
            </a:pPr>
            <a:r>
              <a:rPr lang="en-US" sz="2200" dirty="0">
                <a:solidFill>
                  <a:srgbClr val="000000"/>
                </a:solidFill>
              </a:rPr>
              <a:t>🔌</a:t>
            </a:r>
            <a:endParaRPr lang="en-US" sz="2200" dirty="0"/>
          </a:p>
        </p:txBody>
      </p:sp>
      <p:sp>
        <p:nvSpPr>
          <p:cNvPr id="21" name="Text 19"/>
          <p:cNvSpPr/>
          <p:nvPr/>
        </p:nvSpPr>
        <p:spPr>
          <a:xfrm>
            <a:off x="932688" y="4553712"/>
            <a:ext cx="1828800" cy="310896"/>
          </a:xfrm>
          <a:prstGeom prst="rect">
            <a:avLst/>
          </a:prstGeom>
          <a:noFill/>
          <a:ln/>
        </p:spPr>
        <p:txBody>
          <a:bodyPr wrap="square" lIns="0" tIns="0" rIns="0" bIns="0" rtlCol="0" anchor="ctr"/>
          <a:lstStyle/>
          <a:p>
            <a:pPr indent="0" marL="0">
              <a:buNone/>
            </a:pPr>
            <a:r>
              <a:rPr lang="en-US" sz="1500" b="1" dirty="0">
                <a:solidFill>
                  <a:srgbClr val="A78BFA"/>
                </a:solidFill>
                <a:latin typeface="Yu Gothic" pitchFamily="34" charset="0"/>
                <a:ea typeface="Yu Gothic" pitchFamily="34" charset="-122"/>
                <a:cs typeface="Yu Gothic" pitchFamily="34" charset="-120"/>
              </a:rPr>
              <a:t>04</a:t>
            </a:r>
            <a:endParaRPr lang="en-US" sz="1500" dirty="0"/>
          </a:p>
        </p:txBody>
      </p:sp>
      <p:sp>
        <p:nvSpPr>
          <p:cNvPr id="22" name="Text 20"/>
          <p:cNvSpPr/>
          <p:nvPr/>
        </p:nvSpPr>
        <p:spPr>
          <a:xfrm>
            <a:off x="932688" y="4901184"/>
            <a:ext cx="2944368" cy="50292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専門 Agent を接続</a:t>
            </a:r>
            <a:endParaRPr lang="en-US" sz="1800" dirty="0"/>
          </a:p>
        </p:txBody>
      </p:sp>
      <p:sp>
        <p:nvSpPr>
          <p:cNvPr id="23" name="Text 21"/>
          <p:cNvSpPr/>
          <p:nvPr/>
        </p:nvSpPr>
        <p:spPr>
          <a:xfrm>
            <a:off x="932688" y="5449824"/>
            <a:ext cx="2980944" cy="822960"/>
          </a:xfrm>
          <a:prstGeom prst="rect">
            <a:avLst/>
          </a:prstGeom>
          <a:noFill/>
          <a:ln/>
        </p:spPr>
        <p:txBody>
          <a:bodyPr wrap="square" lIns="0" tIns="0" rIns="0" bIns="0" rtlCol="0" anchor="t"/>
          <a:lstStyle/>
          <a:p>
            <a:pPr indent="0" marL="0">
              <a:lnSpc>
                <a:spcPct val="105000"/>
              </a:lnSpc>
              <a:buNone/>
            </a:pPr>
            <a:r>
              <a:rPr lang="en-US" sz="1400" dirty="0">
                <a:solidFill>
                  <a:srgbClr val="B4B1CC"/>
                </a:solidFill>
                <a:latin typeface="Yu Gothic" pitchFamily="34" charset="0"/>
                <a:ea typeface="Yu Gothic" pitchFamily="34" charset="-122"/>
                <a:cs typeface="Yu Gothic" pitchFamily="34" charset="-120"/>
              </a:rPr>
              <a:t>ServiceNow のナレッジ + チケット、接続された Agent、Teams と M365 Copilot。</a:t>
            </a:r>
            <a:endParaRPr lang="en-US" sz="1400" dirty="0"/>
          </a:p>
        </p:txBody>
      </p:sp>
      <p:sp>
        <p:nvSpPr>
          <p:cNvPr id="24" name="Shape 22"/>
          <p:cNvSpPr/>
          <p:nvPr/>
        </p:nvSpPr>
        <p:spPr>
          <a:xfrm>
            <a:off x="4352544" y="4297680"/>
            <a:ext cx="3529584" cy="2084832"/>
          </a:xfrm>
          <a:prstGeom prst="roundRect">
            <a:avLst>
              <a:gd name="adj" fmla="val 5263"/>
            </a:avLst>
          </a:prstGeom>
          <a:solidFill>
            <a:srgbClr val="221C3F"/>
          </a:solidFill>
          <a:ln w="12700">
            <a:solidFill>
              <a:srgbClr val="3B3460"/>
            </a:solidFill>
            <a:prstDash val="solid"/>
          </a:ln>
        </p:spPr>
      </p:sp>
      <p:sp>
        <p:nvSpPr>
          <p:cNvPr id="25" name="Text 23"/>
          <p:cNvSpPr/>
          <p:nvPr/>
        </p:nvSpPr>
        <p:spPr>
          <a:xfrm>
            <a:off x="6949440" y="4498848"/>
            <a:ext cx="731520" cy="457200"/>
          </a:xfrm>
          <a:prstGeom prst="rect">
            <a:avLst/>
          </a:prstGeom>
          <a:noFill/>
          <a:ln/>
        </p:spPr>
        <p:txBody>
          <a:bodyPr wrap="square" lIns="0" tIns="0" rIns="0" bIns="0" rtlCol="0" anchor="ctr"/>
          <a:lstStyle/>
          <a:p>
            <a:pPr algn="r" indent="0" marL="0">
              <a:buNone/>
            </a:pPr>
            <a:r>
              <a:rPr lang="en-US" sz="2200" dirty="0">
                <a:solidFill>
                  <a:srgbClr val="000000"/>
                </a:solidFill>
              </a:rPr>
              <a:t>📨</a:t>
            </a:r>
            <a:endParaRPr lang="en-US" sz="2200" dirty="0"/>
          </a:p>
        </p:txBody>
      </p:sp>
      <p:sp>
        <p:nvSpPr>
          <p:cNvPr id="26" name="Text 24"/>
          <p:cNvSpPr/>
          <p:nvPr/>
        </p:nvSpPr>
        <p:spPr>
          <a:xfrm>
            <a:off x="4645152" y="4553712"/>
            <a:ext cx="1828800" cy="310896"/>
          </a:xfrm>
          <a:prstGeom prst="rect">
            <a:avLst/>
          </a:prstGeom>
          <a:noFill/>
          <a:ln/>
        </p:spPr>
        <p:txBody>
          <a:bodyPr wrap="square" lIns="0" tIns="0" rIns="0" bIns="0" rtlCol="0" anchor="ctr"/>
          <a:lstStyle/>
          <a:p>
            <a:pPr indent="0" marL="0">
              <a:buNone/>
            </a:pPr>
            <a:r>
              <a:rPr lang="en-US" sz="1500" b="1" dirty="0">
                <a:solidFill>
                  <a:srgbClr val="A78BFA"/>
                </a:solidFill>
                <a:latin typeface="Yu Gothic" pitchFamily="34" charset="0"/>
                <a:ea typeface="Yu Gothic" pitchFamily="34" charset="-122"/>
                <a:cs typeface="Yu Gothic" pitchFamily="34" charset="-120"/>
              </a:rPr>
              <a:t>05</a:t>
            </a:r>
            <a:endParaRPr lang="en-US" sz="1500" dirty="0"/>
          </a:p>
        </p:txBody>
      </p:sp>
      <p:sp>
        <p:nvSpPr>
          <p:cNvPr id="27" name="Text 25"/>
          <p:cNvSpPr/>
          <p:nvPr/>
        </p:nvSpPr>
        <p:spPr>
          <a:xfrm>
            <a:off x="4645152" y="4901184"/>
            <a:ext cx="2944368" cy="50292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マルチ Agent メール ワークフロー</a:t>
            </a:r>
            <a:endParaRPr lang="en-US" sz="1800" dirty="0"/>
          </a:p>
        </p:txBody>
      </p:sp>
      <p:sp>
        <p:nvSpPr>
          <p:cNvPr id="28" name="Text 26"/>
          <p:cNvSpPr/>
          <p:nvPr/>
        </p:nvSpPr>
        <p:spPr>
          <a:xfrm>
            <a:off x="4645152" y="5449824"/>
            <a:ext cx="2980944" cy="822960"/>
          </a:xfrm>
          <a:prstGeom prst="rect">
            <a:avLst/>
          </a:prstGeom>
          <a:noFill/>
          <a:ln/>
        </p:spPr>
        <p:txBody>
          <a:bodyPr wrap="square" lIns="0" tIns="0" rIns="0" bIns="0" rtlCol="0" anchor="t"/>
          <a:lstStyle/>
          <a:p>
            <a:pPr indent="0" marL="0">
              <a:lnSpc>
                <a:spcPct val="105000"/>
              </a:lnSpc>
              <a:buNone/>
            </a:pPr>
            <a:r>
              <a:rPr lang="en-US" sz="1400" dirty="0">
                <a:solidFill>
                  <a:srgbClr val="B4B1CC"/>
                </a:solidFill>
                <a:latin typeface="Yu Gothic" pitchFamily="34" charset="0"/>
                <a:ea typeface="Yu Gothic" pitchFamily="34" charset="-122"/>
                <a:cs typeface="Yu Gothic" pitchFamily="34" charset="-120"/>
              </a:rPr>
              <a:t>受信メールを分類 → 適切な Agent へ振り分け → パーソナライズ返信。</a:t>
            </a:r>
            <a:endParaRPr lang="en-US" sz="1400" dirty="0"/>
          </a:p>
        </p:txBody>
      </p:sp>
      <p:sp>
        <p:nvSpPr>
          <p:cNvPr id="29" name="Shape 27"/>
          <p:cNvSpPr/>
          <p:nvPr/>
        </p:nvSpPr>
        <p:spPr>
          <a:xfrm>
            <a:off x="8065008" y="4297680"/>
            <a:ext cx="3529584" cy="2084832"/>
          </a:xfrm>
          <a:prstGeom prst="roundRect">
            <a:avLst>
              <a:gd name="adj" fmla="val 5263"/>
            </a:avLst>
          </a:prstGeom>
          <a:solidFill>
            <a:srgbClr val="221C3F"/>
          </a:solidFill>
          <a:ln w="12700">
            <a:solidFill>
              <a:srgbClr val="3B3460"/>
            </a:solidFill>
            <a:prstDash val="solid"/>
          </a:ln>
        </p:spPr>
      </p:sp>
      <p:sp>
        <p:nvSpPr>
          <p:cNvPr id="30" name="Text 28"/>
          <p:cNvSpPr/>
          <p:nvPr/>
        </p:nvSpPr>
        <p:spPr>
          <a:xfrm>
            <a:off x="10661904" y="4498848"/>
            <a:ext cx="731520" cy="457200"/>
          </a:xfrm>
          <a:prstGeom prst="rect">
            <a:avLst/>
          </a:prstGeom>
          <a:noFill/>
          <a:ln/>
        </p:spPr>
        <p:txBody>
          <a:bodyPr wrap="square" lIns="0" tIns="0" rIns="0" bIns="0" rtlCol="0" anchor="ctr"/>
          <a:lstStyle/>
          <a:p>
            <a:pPr algn="r" indent="0" marL="0">
              <a:buNone/>
            </a:pPr>
            <a:r>
              <a:rPr lang="en-US" sz="2200" dirty="0">
                <a:solidFill>
                  <a:srgbClr val="000000"/>
                </a:solidFill>
              </a:rPr>
              <a:t>🎙️</a:t>
            </a:r>
            <a:endParaRPr lang="en-US" sz="2200" dirty="0"/>
          </a:p>
        </p:txBody>
      </p:sp>
      <p:sp>
        <p:nvSpPr>
          <p:cNvPr id="31" name="Text 29"/>
          <p:cNvSpPr/>
          <p:nvPr/>
        </p:nvSpPr>
        <p:spPr>
          <a:xfrm>
            <a:off x="8357616" y="4553712"/>
            <a:ext cx="1828800" cy="310896"/>
          </a:xfrm>
          <a:prstGeom prst="rect">
            <a:avLst/>
          </a:prstGeom>
          <a:noFill/>
          <a:ln/>
        </p:spPr>
        <p:txBody>
          <a:bodyPr wrap="square" lIns="0" tIns="0" rIns="0" bIns="0" rtlCol="0" anchor="ctr"/>
          <a:lstStyle/>
          <a:p>
            <a:pPr indent="0" marL="0">
              <a:buNone/>
            </a:pPr>
            <a:r>
              <a:rPr lang="en-US" sz="1500" b="1" dirty="0">
                <a:solidFill>
                  <a:srgbClr val="A78BFA"/>
                </a:solidFill>
                <a:latin typeface="Yu Gothic" pitchFamily="34" charset="0"/>
                <a:ea typeface="Yu Gothic" pitchFamily="34" charset="-122"/>
                <a:cs typeface="Yu Gothic" pitchFamily="34" charset="-120"/>
              </a:rPr>
              <a:t>06</a:t>
            </a:r>
            <a:endParaRPr lang="en-US" sz="1500" dirty="0"/>
          </a:p>
        </p:txBody>
      </p:sp>
      <p:sp>
        <p:nvSpPr>
          <p:cNvPr id="32" name="Text 30"/>
          <p:cNvSpPr/>
          <p:nvPr/>
        </p:nvSpPr>
        <p:spPr>
          <a:xfrm>
            <a:off x="8357616" y="4901184"/>
            <a:ext cx="2944368" cy="50292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リアルタイム音声 Agent</a:t>
            </a:r>
            <a:endParaRPr lang="en-US" sz="1800" dirty="0"/>
          </a:p>
        </p:txBody>
      </p:sp>
      <p:sp>
        <p:nvSpPr>
          <p:cNvPr id="33" name="Text 31"/>
          <p:cNvSpPr/>
          <p:nvPr/>
        </p:nvSpPr>
        <p:spPr>
          <a:xfrm>
            <a:off x="8357616" y="5449824"/>
            <a:ext cx="2980944" cy="822960"/>
          </a:xfrm>
          <a:prstGeom prst="rect">
            <a:avLst/>
          </a:prstGeom>
          <a:noFill/>
          <a:ln/>
        </p:spPr>
        <p:txBody>
          <a:bodyPr wrap="square" lIns="0" tIns="0" rIns="0" bIns="0" rtlCol="0" anchor="t"/>
          <a:lstStyle/>
          <a:p>
            <a:pPr indent="0" marL="0">
              <a:lnSpc>
                <a:spcPct val="105000"/>
              </a:lnSpc>
              <a:buNone/>
            </a:pPr>
            <a:r>
              <a:rPr lang="en-US" sz="1400" dirty="0">
                <a:solidFill>
                  <a:srgbClr val="B4B1CC"/>
                </a:solidFill>
                <a:latin typeface="Yu Gothic" pitchFamily="34" charset="0"/>
                <a:ea typeface="Yu Gothic" pitchFamily="34" charset="-122"/>
                <a:cs typeface="Yu Gothic" pitchFamily="34" charset="-120"/>
              </a:rPr>
              <a:t>クラシック Agent + リアルタイム音声、多言語、テスト画面でライブ検証。</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D1A"/>
        </a:solidFill>
      </p:bgPr>
    </p:bg>
    <p:spTree>
      <p:nvGrpSpPr>
        <p:cNvPr id="1" name=""/>
        <p:cNvGrpSpPr/>
        <p:nvPr/>
      </p:nvGrpSpPr>
      <p:grpSpPr>
        <a:xfrm>
          <a:off x="0" y="0"/>
          <a:ext cx="0" cy="0"/>
          <a:chOff x="0" y="0"/>
          <a:chExt cx="0" cy="0"/>
        </a:xfrm>
      </p:grpSpPr>
      <p:pic>
        <p:nvPicPr>
          <p:cNvPr id="2" name="Image 0" descr="C:\D365DEMO\__Projects\Agent JumpStart 2\promo\img\agent-platform-blueprint-ja.png">    </p:cNvPr>
          <p:cNvPicPr>
            <a:picLocks noChangeAspect="1"/>
          </p:cNvPicPr>
          <p:nvPr/>
        </p:nvPicPr>
        <p:blipFill>
          <a:blip r:embed="rId1"/>
          <a:stretch>
            <a:fillRect/>
          </a:stretch>
        </p:blipFill>
        <p:spPr>
          <a:xfrm>
            <a:off x="276149" y="155448"/>
            <a:ext cx="11639398" cy="65471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81334"/>
        </a:solidFill>
      </p:bgPr>
    </p:bg>
    <p:spTree>
      <p:nvGrpSpPr>
        <p:cNvPr id="1" name=""/>
        <p:cNvGrpSpPr/>
        <p:nvPr/>
      </p:nvGrpSpPr>
      <p:grpSpPr>
        <a:xfrm>
          <a:off x="0" y="0"/>
          <a:ext cx="0" cy="0"/>
          <a:chOff x="0" y="0"/>
          <a:chExt cx="0" cy="0"/>
        </a:xfrm>
      </p:grpSpPr>
      <p:sp>
        <p:nvSpPr>
          <p:cNvPr id="2" name="Text 0"/>
          <p:cNvSpPr/>
          <p:nvPr/>
        </p:nvSpPr>
        <p:spPr>
          <a:xfrm>
            <a:off x="640080" y="530352"/>
            <a:ext cx="7315200" cy="365760"/>
          </a:xfrm>
          <a:prstGeom prst="rect">
            <a:avLst/>
          </a:prstGeom>
          <a:noFill/>
          <a:ln/>
        </p:spPr>
        <p:txBody>
          <a:bodyPr wrap="square" lIns="0" tIns="0" rIns="0" bIns="0" rtlCol="0" anchor="ctr"/>
          <a:lstStyle/>
          <a:p>
            <a:pPr algn="l" indent="0" marL="0">
              <a:buNone/>
            </a:pPr>
            <a:r>
              <a:rPr lang="en-US" sz="1250" b="1" spc="200" kern="0" dirty="0">
                <a:solidFill>
                  <a:srgbClr val="A78BFA"/>
                </a:solidFill>
                <a:latin typeface="Yu Gothic" pitchFamily="34" charset="0"/>
                <a:ea typeface="Yu Gothic" pitchFamily="34" charset="-122"/>
                <a:cs typeface="Yu Gothic" pitchFamily="34" charset="-120"/>
              </a:rPr>
              <a:t>独自機能 01</a:t>
            </a:r>
            <a:endParaRPr lang="en-US" sz="1250" dirty="0"/>
          </a:p>
        </p:txBody>
      </p:sp>
      <p:sp>
        <p:nvSpPr>
          <p:cNvPr id="3" name="Text 1"/>
          <p:cNvSpPr/>
          <p:nvPr/>
        </p:nvSpPr>
        <p:spPr>
          <a:xfrm>
            <a:off x="640080" y="914400"/>
            <a:ext cx="5760720" cy="960120"/>
          </a:xfrm>
          <a:prstGeom prst="rect">
            <a:avLst/>
          </a:prstGeom>
          <a:noFill/>
          <a:ln/>
        </p:spPr>
        <p:txBody>
          <a:bodyPr wrap="square" lIns="0" tIns="0" rIns="0" bIns="0" rtlCol="0" anchor="t"/>
          <a:lstStyle/>
          <a:p>
            <a:pPr algn="l" indent="0" marL="0">
              <a:buNone/>
            </a:pPr>
            <a:r>
              <a:rPr lang="en-US" sz="3000" b="1" dirty="0">
                <a:solidFill>
                  <a:srgbClr val="ECECF5"/>
                </a:solidFill>
                <a:latin typeface="Yu Gothic" pitchFamily="34" charset="0"/>
                <a:ea typeface="Yu Gothic" pitchFamily="34" charset="-122"/>
                <a:cs typeface="Yu Gothic" pitchFamily="34" charset="-120"/>
              </a:rPr>
              <a:t>設計思想としての多言語対応</a:t>
            </a:r>
            <a:endParaRPr lang="en-US" sz="3000" dirty="0"/>
          </a:p>
        </p:txBody>
      </p:sp>
      <p:sp>
        <p:nvSpPr>
          <p:cNvPr id="4" name="Text 2"/>
          <p:cNvSpPr/>
          <p:nvPr/>
        </p:nvSpPr>
        <p:spPr>
          <a:xfrm>
            <a:off x="640080" y="2194560"/>
            <a:ext cx="5440680" cy="1737360"/>
          </a:xfrm>
          <a:prstGeom prst="rect">
            <a:avLst/>
          </a:prstGeom>
          <a:noFill/>
          <a:ln/>
        </p:spPr>
        <p:txBody>
          <a:bodyPr wrap="square" rtlCol="0" anchor="ctr"/>
          <a:lstStyle/>
          <a:p>
            <a:pPr algn="l" indent="0" marL="0">
              <a:lnSpc>
                <a:spcPct val="116000"/>
              </a:lnSpc>
              <a:buNone/>
            </a:pPr>
            <a:r>
              <a:rPr lang="en-US" sz="1800" dirty="0">
                <a:solidFill>
                  <a:srgbClr val="E4E2F0"/>
                </a:solidFill>
                <a:latin typeface="Yu Gothic" pitchFamily="34" charset="0"/>
                <a:ea typeface="Yu Gothic" pitchFamily="34" charset="-122"/>
                <a:cs typeface="Yu Gothic" pitchFamily="34" charset="-120"/>
              </a:rPr>
              <a:t>ワンクリックで English・简体中文・廣東話（香港）・繁體中文（台灣）・日本語・한국어・ไทย・हिन्दी を切り替え、ラボ体験全体（同じページ、手順、サイドバー、UI）が切り替わります。</a:t>
            </a:r>
            <a:endParaRPr lang="en-US" sz="1800" dirty="0"/>
          </a:p>
        </p:txBody>
      </p:sp>
      <p:sp>
        <p:nvSpPr>
          <p:cNvPr id="5" name="Shape 3"/>
          <p:cNvSpPr/>
          <p:nvPr/>
        </p:nvSpPr>
        <p:spPr>
          <a:xfrm>
            <a:off x="676656" y="4187952"/>
            <a:ext cx="182880" cy="182880"/>
          </a:xfrm>
          <a:prstGeom prst="ellipse">
            <a:avLst/>
          </a:prstGeom>
          <a:solidFill>
            <a:srgbClr val="F472B6"/>
          </a:solidFill>
          <a:ln/>
        </p:spPr>
      </p:sp>
      <p:sp>
        <p:nvSpPr>
          <p:cNvPr id="6" name="Text 4"/>
          <p:cNvSpPr/>
          <p:nvPr/>
        </p:nvSpPr>
        <p:spPr>
          <a:xfrm>
            <a:off x="1042416" y="4114800"/>
            <a:ext cx="5120640" cy="502920"/>
          </a:xfrm>
          <a:prstGeom prst="rect">
            <a:avLst/>
          </a:prstGeom>
          <a:noFill/>
          <a:ln/>
        </p:spPr>
        <p:txBody>
          <a:bodyPr wrap="square" lIns="0" tIns="0" rIns="0" bIns="0" rtlCol="0" anchor="t"/>
          <a:lstStyle/>
          <a:p>
            <a:pPr algn="l" indent="0" marL="0">
              <a:buNone/>
            </a:pPr>
            <a:r>
              <a:rPr lang="en-US" sz="1600" dirty="0">
                <a:solidFill>
                  <a:srgbClr val="D7D5E6"/>
                </a:solidFill>
                <a:latin typeface="Yu Gothic" pitchFamily="34" charset="0"/>
                <a:ea typeface="Yu Gothic" pitchFamily="34" charset="-122"/>
                <a:cs typeface="Yu Gothic" pitchFamily="34" charset="-120"/>
              </a:rPr>
              <a:t>製品名・プロンプト・ツール名は意図的に英語のまま</a:t>
            </a:r>
            <a:endParaRPr lang="en-US" sz="1600" dirty="0"/>
          </a:p>
        </p:txBody>
      </p:sp>
      <p:sp>
        <p:nvSpPr>
          <p:cNvPr id="7" name="Shape 5"/>
          <p:cNvSpPr/>
          <p:nvPr/>
        </p:nvSpPr>
        <p:spPr>
          <a:xfrm>
            <a:off x="676656" y="4846320"/>
            <a:ext cx="182880" cy="182880"/>
          </a:xfrm>
          <a:prstGeom prst="ellipse">
            <a:avLst/>
          </a:prstGeom>
          <a:solidFill>
            <a:srgbClr val="F472B6"/>
          </a:solidFill>
          <a:ln/>
        </p:spPr>
      </p:sp>
      <p:sp>
        <p:nvSpPr>
          <p:cNvPr id="8" name="Text 6"/>
          <p:cNvSpPr/>
          <p:nvPr/>
        </p:nvSpPr>
        <p:spPr>
          <a:xfrm>
            <a:off x="1042416" y="4773168"/>
            <a:ext cx="5120640" cy="502920"/>
          </a:xfrm>
          <a:prstGeom prst="rect">
            <a:avLst/>
          </a:prstGeom>
          <a:noFill/>
          <a:ln/>
        </p:spPr>
        <p:txBody>
          <a:bodyPr wrap="square" lIns="0" tIns="0" rIns="0" bIns="0" rtlCol="0" anchor="t"/>
          <a:lstStyle/>
          <a:p>
            <a:pPr algn="l" indent="0" marL="0">
              <a:buNone/>
            </a:pPr>
            <a:r>
              <a:rPr lang="en-US" sz="1600" dirty="0">
                <a:solidFill>
                  <a:srgbClr val="D7D5E6"/>
                </a:solidFill>
                <a:latin typeface="Yu Gothic" pitchFamily="34" charset="0"/>
                <a:ea typeface="Yu Gothic" pitchFamily="34" charset="-122"/>
                <a:cs typeface="Yu Gothic" pitchFamily="34" charset="-120"/>
              </a:rPr>
              <a:t>コピーして使うプロンプトが「翻訳で崩れる」ことはありません</a:t>
            </a:r>
            <a:endParaRPr lang="en-US" sz="1600" dirty="0"/>
          </a:p>
        </p:txBody>
      </p:sp>
      <p:sp>
        <p:nvSpPr>
          <p:cNvPr id="9" name="Shape 7"/>
          <p:cNvSpPr/>
          <p:nvPr/>
        </p:nvSpPr>
        <p:spPr>
          <a:xfrm>
            <a:off x="676656" y="5504688"/>
            <a:ext cx="182880" cy="182880"/>
          </a:xfrm>
          <a:prstGeom prst="ellipse">
            <a:avLst/>
          </a:prstGeom>
          <a:solidFill>
            <a:srgbClr val="F472B6"/>
          </a:solidFill>
          <a:ln/>
        </p:spPr>
      </p:sp>
      <p:sp>
        <p:nvSpPr>
          <p:cNvPr id="10" name="Text 8"/>
          <p:cNvSpPr/>
          <p:nvPr/>
        </p:nvSpPr>
        <p:spPr>
          <a:xfrm>
            <a:off x="1042416" y="5431536"/>
            <a:ext cx="5120640" cy="502920"/>
          </a:xfrm>
          <a:prstGeom prst="rect">
            <a:avLst/>
          </a:prstGeom>
          <a:noFill/>
          <a:ln/>
        </p:spPr>
        <p:txBody>
          <a:bodyPr wrap="square" lIns="0" tIns="0" rIns="0" bIns="0" rtlCol="0" anchor="t"/>
          <a:lstStyle/>
          <a:p>
            <a:pPr algn="l" indent="0" marL="0">
              <a:buNone/>
            </a:pPr>
            <a:r>
              <a:rPr lang="en-US" sz="1600" dirty="0">
                <a:solidFill>
                  <a:srgbClr val="D7D5E6"/>
                </a:solidFill>
                <a:latin typeface="Yu Gothic" pitchFamily="34" charset="0"/>
                <a:ea typeface="Yu Gothic" pitchFamily="34" charset="-122"/>
                <a:cs typeface="Yu Gothic" pitchFamily="34" charset="-120"/>
              </a:rPr>
              <a:t>ローカライズ版のスクショが無い場合は自動的に英語版にフォールバック</a:t>
            </a:r>
            <a:endParaRPr lang="en-US" sz="1600" dirty="0"/>
          </a:p>
        </p:txBody>
      </p:sp>
      <p:sp>
        <p:nvSpPr>
          <p:cNvPr id="11" name="Shape 9"/>
          <p:cNvSpPr/>
          <p:nvPr/>
        </p:nvSpPr>
        <p:spPr>
          <a:xfrm>
            <a:off x="640080" y="5989320"/>
            <a:ext cx="1051560" cy="658368"/>
          </a:xfrm>
          <a:prstGeom prst="roundRect">
            <a:avLst>
              <a:gd name="adj" fmla="val 13889"/>
            </a:avLst>
          </a:prstGeom>
          <a:solidFill>
            <a:srgbClr val="2B2450"/>
          </a:solidFill>
          <a:ln w="12700">
            <a:solidFill>
              <a:srgbClr val="3B3460"/>
            </a:solidFill>
            <a:prstDash val="solid"/>
          </a:ln>
        </p:spPr>
      </p:sp>
      <p:sp>
        <p:nvSpPr>
          <p:cNvPr id="12" name="Text 10"/>
          <p:cNvSpPr/>
          <p:nvPr/>
        </p:nvSpPr>
        <p:spPr>
          <a:xfrm>
            <a:off x="640080" y="5989320"/>
            <a:ext cx="1051560" cy="658368"/>
          </a:xfrm>
          <a:prstGeom prst="rect">
            <a:avLst/>
          </a:prstGeom>
          <a:noFill/>
          <a:ln/>
        </p:spPr>
        <p:txBody>
          <a:bodyPr wrap="square" lIns="0" tIns="0" rIns="0" bIns="0" rtlCol="0" anchor="ctr"/>
          <a:lstStyle/>
          <a:p>
            <a:pPr algn="ctr" indent="0" marL="0">
              <a:buNone/>
            </a:pPr>
            <a:r>
              <a:rPr lang="en-US" sz="1800" b="1" dirty="0">
                <a:solidFill>
                  <a:srgbClr val="EFEDFA"/>
                </a:solidFill>
                <a:latin typeface="Yu Gothic" pitchFamily="34" charset="0"/>
                <a:ea typeface="Yu Gothic" pitchFamily="34" charset="-122"/>
                <a:cs typeface="Yu Gothic" pitchFamily="34" charset="-120"/>
              </a:rPr>
              <a:t>EN</a:t>
            </a:r>
            <a:endParaRPr lang="en-US" sz="1800" dirty="0"/>
          </a:p>
        </p:txBody>
      </p:sp>
      <p:sp>
        <p:nvSpPr>
          <p:cNvPr id="13" name="Shape 11"/>
          <p:cNvSpPr/>
          <p:nvPr/>
        </p:nvSpPr>
        <p:spPr>
          <a:xfrm>
            <a:off x="1874520" y="5989320"/>
            <a:ext cx="1051560" cy="658368"/>
          </a:xfrm>
          <a:prstGeom prst="roundRect">
            <a:avLst>
              <a:gd name="adj" fmla="val 13889"/>
            </a:avLst>
          </a:prstGeom>
          <a:solidFill>
            <a:srgbClr val="2B2450"/>
          </a:solidFill>
          <a:ln w="12700">
            <a:solidFill>
              <a:srgbClr val="3B3460"/>
            </a:solidFill>
            <a:prstDash val="solid"/>
          </a:ln>
        </p:spPr>
      </p:sp>
      <p:sp>
        <p:nvSpPr>
          <p:cNvPr id="14" name="Text 12"/>
          <p:cNvSpPr/>
          <p:nvPr/>
        </p:nvSpPr>
        <p:spPr>
          <a:xfrm>
            <a:off x="1874520" y="5989320"/>
            <a:ext cx="1051560" cy="658368"/>
          </a:xfrm>
          <a:prstGeom prst="rect">
            <a:avLst/>
          </a:prstGeom>
          <a:noFill/>
          <a:ln/>
        </p:spPr>
        <p:txBody>
          <a:bodyPr wrap="square" lIns="0" tIns="0" rIns="0" bIns="0" rtlCol="0" anchor="ctr"/>
          <a:lstStyle/>
          <a:p>
            <a:pPr algn="ctr" indent="0" marL="0">
              <a:buNone/>
            </a:pPr>
            <a:r>
              <a:rPr lang="en-US" sz="1800" b="1" dirty="0">
                <a:solidFill>
                  <a:srgbClr val="EFEDFA"/>
                </a:solidFill>
                <a:latin typeface="Yu Gothic" pitchFamily="34" charset="0"/>
                <a:ea typeface="Yu Gothic" pitchFamily="34" charset="-122"/>
                <a:cs typeface="Yu Gothic" pitchFamily="34" charset="-120"/>
              </a:rPr>
              <a:t>简体中文</a:t>
            </a:r>
            <a:endParaRPr lang="en-US" sz="1800" dirty="0"/>
          </a:p>
        </p:txBody>
      </p:sp>
      <p:sp>
        <p:nvSpPr>
          <p:cNvPr id="15" name="Shape 13"/>
          <p:cNvSpPr/>
          <p:nvPr/>
        </p:nvSpPr>
        <p:spPr>
          <a:xfrm>
            <a:off x="3108960" y="5989320"/>
            <a:ext cx="1051560" cy="658368"/>
          </a:xfrm>
          <a:prstGeom prst="roundRect">
            <a:avLst>
              <a:gd name="adj" fmla="val 13889"/>
            </a:avLst>
          </a:prstGeom>
          <a:solidFill>
            <a:srgbClr val="2B2450"/>
          </a:solidFill>
          <a:ln w="12700">
            <a:solidFill>
              <a:srgbClr val="3B3460"/>
            </a:solidFill>
            <a:prstDash val="solid"/>
          </a:ln>
        </p:spPr>
      </p:sp>
      <p:sp>
        <p:nvSpPr>
          <p:cNvPr id="16" name="Text 14"/>
          <p:cNvSpPr/>
          <p:nvPr/>
        </p:nvSpPr>
        <p:spPr>
          <a:xfrm>
            <a:off x="3108960" y="5989320"/>
            <a:ext cx="1051560" cy="658368"/>
          </a:xfrm>
          <a:prstGeom prst="rect">
            <a:avLst/>
          </a:prstGeom>
          <a:noFill/>
          <a:ln/>
        </p:spPr>
        <p:txBody>
          <a:bodyPr wrap="square" lIns="0" tIns="0" rIns="0" bIns="0" rtlCol="0" anchor="ctr"/>
          <a:lstStyle/>
          <a:p>
            <a:pPr algn="ctr" indent="0" marL="0">
              <a:buNone/>
            </a:pPr>
            <a:r>
              <a:rPr lang="en-US" sz="1800" b="1" dirty="0">
                <a:solidFill>
                  <a:srgbClr val="EFEDFA"/>
                </a:solidFill>
                <a:latin typeface="Yu Gothic" pitchFamily="34" charset="0"/>
                <a:ea typeface="Yu Gothic" pitchFamily="34" charset="-122"/>
                <a:cs typeface="Yu Gothic" pitchFamily="34" charset="-120"/>
              </a:rPr>
              <a:t>廣東話</a:t>
            </a:r>
            <a:endParaRPr lang="en-US" sz="1800" dirty="0"/>
          </a:p>
        </p:txBody>
      </p:sp>
      <p:sp>
        <p:nvSpPr>
          <p:cNvPr id="17" name="Shape 15"/>
          <p:cNvSpPr/>
          <p:nvPr/>
        </p:nvSpPr>
        <p:spPr>
          <a:xfrm>
            <a:off x="4343400" y="5989320"/>
            <a:ext cx="1051560" cy="658368"/>
          </a:xfrm>
          <a:prstGeom prst="roundRect">
            <a:avLst>
              <a:gd name="adj" fmla="val 13889"/>
            </a:avLst>
          </a:prstGeom>
          <a:solidFill>
            <a:srgbClr val="2B2450"/>
          </a:solidFill>
          <a:ln w="12700">
            <a:solidFill>
              <a:srgbClr val="3B3460"/>
            </a:solidFill>
            <a:prstDash val="solid"/>
          </a:ln>
        </p:spPr>
      </p:sp>
      <p:sp>
        <p:nvSpPr>
          <p:cNvPr id="18" name="Text 16"/>
          <p:cNvSpPr/>
          <p:nvPr/>
        </p:nvSpPr>
        <p:spPr>
          <a:xfrm>
            <a:off x="4343400" y="5989320"/>
            <a:ext cx="1051560" cy="658368"/>
          </a:xfrm>
          <a:prstGeom prst="rect">
            <a:avLst/>
          </a:prstGeom>
          <a:noFill/>
          <a:ln/>
        </p:spPr>
        <p:txBody>
          <a:bodyPr wrap="square" lIns="0" tIns="0" rIns="0" bIns="0" rtlCol="0" anchor="ctr"/>
          <a:lstStyle/>
          <a:p>
            <a:pPr algn="ctr" indent="0" marL="0">
              <a:buNone/>
            </a:pPr>
            <a:r>
              <a:rPr lang="en-US" sz="1800" b="1" dirty="0">
                <a:solidFill>
                  <a:srgbClr val="EFEDFA"/>
                </a:solidFill>
                <a:latin typeface="Yu Gothic" pitchFamily="34" charset="0"/>
                <a:ea typeface="Yu Gothic" pitchFamily="34" charset="-122"/>
                <a:cs typeface="Yu Gothic" pitchFamily="34" charset="-120"/>
              </a:rPr>
              <a:t>繁體中文</a:t>
            </a:r>
            <a:endParaRPr lang="en-US" sz="1800" dirty="0"/>
          </a:p>
        </p:txBody>
      </p:sp>
      <p:sp>
        <p:nvSpPr>
          <p:cNvPr id="19" name="Shape 17"/>
          <p:cNvSpPr/>
          <p:nvPr/>
        </p:nvSpPr>
        <p:spPr>
          <a:xfrm>
            <a:off x="5577840" y="5989320"/>
            <a:ext cx="1051560" cy="658368"/>
          </a:xfrm>
          <a:prstGeom prst="roundRect">
            <a:avLst>
              <a:gd name="adj" fmla="val 13889"/>
            </a:avLst>
          </a:prstGeom>
          <a:solidFill>
            <a:srgbClr val="2B2450"/>
          </a:solidFill>
          <a:ln w="12700">
            <a:solidFill>
              <a:srgbClr val="3B3460"/>
            </a:solidFill>
            <a:prstDash val="solid"/>
          </a:ln>
        </p:spPr>
      </p:sp>
      <p:sp>
        <p:nvSpPr>
          <p:cNvPr id="20" name="Text 18"/>
          <p:cNvSpPr/>
          <p:nvPr/>
        </p:nvSpPr>
        <p:spPr>
          <a:xfrm>
            <a:off x="5577840" y="5989320"/>
            <a:ext cx="1051560" cy="658368"/>
          </a:xfrm>
          <a:prstGeom prst="rect">
            <a:avLst/>
          </a:prstGeom>
          <a:noFill/>
          <a:ln/>
        </p:spPr>
        <p:txBody>
          <a:bodyPr wrap="square" lIns="0" tIns="0" rIns="0" bIns="0" rtlCol="0" anchor="ctr"/>
          <a:lstStyle/>
          <a:p>
            <a:pPr algn="ctr" indent="0" marL="0">
              <a:buNone/>
            </a:pPr>
            <a:r>
              <a:rPr lang="en-US" sz="1800" b="1" dirty="0">
                <a:solidFill>
                  <a:srgbClr val="EFEDFA"/>
                </a:solidFill>
                <a:latin typeface="Yu Gothic" pitchFamily="34" charset="0"/>
                <a:ea typeface="Yu Gothic" pitchFamily="34" charset="-122"/>
                <a:cs typeface="Yu Gothic" pitchFamily="34" charset="-120"/>
              </a:rPr>
              <a:t>日本語</a:t>
            </a:r>
            <a:endParaRPr lang="en-US" sz="1800" dirty="0"/>
          </a:p>
        </p:txBody>
      </p:sp>
      <p:sp>
        <p:nvSpPr>
          <p:cNvPr id="21" name="Shape 19"/>
          <p:cNvSpPr/>
          <p:nvPr/>
        </p:nvSpPr>
        <p:spPr>
          <a:xfrm>
            <a:off x="6812280" y="5989320"/>
            <a:ext cx="1051560" cy="658368"/>
          </a:xfrm>
          <a:prstGeom prst="roundRect">
            <a:avLst>
              <a:gd name="adj" fmla="val 13889"/>
            </a:avLst>
          </a:prstGeom>
          <a:solidFill>
            <a:srgbClr val="2B2450"/>
          </a:solidFill>
          <a:ln w="12700">
            <a:solidFill>
              <a:srgbClr val="3B3460"/>
            </a:solidFill>
            <a:prstDash val="solid"/>
          </a:ln>
        </p:spPr>
      </p:sp>
      <p:sp>
        <p:nvSpPr>
          <p:cNvPr id="22" name="Text 20"/>
          <p:cNvSpPr/>
          <p:nvPr/>
        </p:nvSpPr>
        <p:spPr>
          <a:xfrm>
            <a:off x="6812280" y="5989320"/>
            <a:ext cx="1051560" cy="658368"/>
          </a:xfrm>
          <a:prstGeom prst="rect">
            <a:avLst/>
          </a:prstGeom>
          <a:noFill/>
          <a:ln/>
        </p:spPr>
        <p:txBody>
          <a:bodyPr wrap="square" lIns="0" tIns="0" rIns="0" bIns="0" rtlCol="0" anchor="ctr"/>
          <a:lstStyle/>
          <a:p>
            <a:pPr algn="ctr" indent="0" marL="0">
              <a:buNone/>
            </a:pPr>
            <a:r>
              <a:rPr lang="en-US" sz="1800" b="1" dirty="0">
                <a:solidFill>
                  <a:srgbClr val="EFEDFA"/>
                </a:solidFill>
                <a:latin typeface="Yu Gothic" pitchFamily="34" charset="0"/>
                <a:ea typeface="Yu Gothic" pitchFamily="34" charset="-122"/>
                <a:cs typeface="Yu Gothic" pitchFamily="34" charset="-120"/>
              </a:rPr>
              <a:t>한국어</a:t>
            </a:r>
            <a:endParaRPr lang="en-US" sz="1800" dirty="0"/>
          </a:p>
        </p:txBody>
      </p:sp>
      <p:sp>
        <p:nvSpPr>
          <p:cNvPr id="23" name="Shape 21"/>
          <p:cNvSpPr/>
          <p:nvPr/>
        </p:nvSpPr>
        <p:spPr>
          <a:xfrm>
            <a:off x="8046720" y="5989320"/>
            <a:ext cx="1051560" cy="658368"/>
          </a:xfrm>
          <a:prstGeom prst="roundRect">
            <a:avLst>
              <a:gd name="adj" fmla="val 13889"/>
            </a:avLst>
          </a:prstGeom>
          <a:solidFill>
            <a:srgbClr val="2B2450"/>
          </a:solidFill>
          <a:ln w="12700">
            <a:solidFill>
              <a:srgbClr val="3B3460"/>
            </a:solidFill>
            <a:prstDash val="solid"/>
          </a:ln>
        </p:spPr>
      </p:sp>
      <p:sp>
        <p:nvSpPr>
          <p:cNvPr id="24" name="Text 22"/>
          <p:cNvSpPr/>
          <p:nvPr/>
        </p:nvSpPr>
        <p:spPr>
          <a:xfrm>
            <a:off x="8046720" y="5989320"/>
            <a:ext cx="1051560" cy="658368"/>
          </a:xfrm>
          <a:prstGeom prst="rect">
            <a:avLst/>
          </a:prstGeom>
          <a:noFill/>
          <a:ln/>
        </p:spPr>
        <p:txBody>
          <a:bodyPr wrap="square" lIns="0" tIns="0" rIns="0" bIns="0" rtlCol="0" anchor="ctr"/>
          <a:lstStyle/>
          <a:p>
            <a:pPr algn="ctr" indent="0" marL="0">
              <a:buNone/>
            </a:pPr>
            <a:r>
              <a:rPr lang="en-US" sz="1800" b="1" dirty="0">
                <a:solidFill>
                  <a:srgbClr val="EFEDFA"/>
                </a:solidFill>
                <a:latin typeface="Yu Gothic" pitchFamily="34" charset="0"/>
                <a:ea typeface="Yu Gothic" pitchFamily="34" charset="-122"/>
                <a:cs typeface="Yu Gothic" pitchFamily="34" charset="-120"/>
              </a:rPr>
              <a:t>ไทย</a:t>
            </a:r>
            <a:endParaRPr lang="en-US" sz="1800" dirty="0"/>
          </a:p>
        </p:txBody>
      </p:sp>
      <p:sp>
        <p:nvSpPr>
          <p:cNvPr id="25" name="Shape 23"/>
          <p:cNvSpPr/>
          <p:nvPr/>
        </p:nvSpPr>
        <p:spPr>
          <a:xfrm>
            <a:off x="9281160" y="5989320"/>
            <a:ext cx="1051560" cy="658368"/>
          </a:xfrm>
          <a:prstGeom prst="roundRect">
            <a:avLst>
              <a:gd name="adj" fmla="val 13889"/>
            </a:avLst>
          </a:prstGeom>
          <a:solidFill>
            <a:srgbClr val="2B2450"/>
          </a:solidFill>
          <a:ln w="12700">
            <a:solidFill>
              <a:srgbClr val="3B3460"/>
            </a:solidFill>
            <a:prstDash val="solid"/>
          </a:ln>
        </p:spPr>
      </p:sp>
      <p:sp>
        <p:nvSpPr>
          <p:cNvPr id="26" name="Text 24"/>
          <p:cNvSpPr/>
          <p:nvPr/>
        </p:nvSpPr>
        <p:spPr>
          <a:xfrm>
            <a:off x="9281160" y="5989320"/>
            <a:ext cx="1051560" cy="658368"/>
          </a:xfrm>
          <a:prstGeom prst="rect">
            <a:avLst/>
          </a:prstGeom>
          <a:noFill/>
          <a:ln/>
        </p:spPr>
        <p:txBody>
          <a:bodyPr wrap="square" lIns="0" tIns="0" rIns="0" bIns="0" rtlCol="0" anchor="ctr"/>
          <a:lstStyle/>
          <a:p>
            <a:pPr algn="ctr" indent="0" marL="0">
              <a:buNone/>
            </a:pPr>
            <a:r>
              <a:rPr lang="en-US" sz="1800" b="1" dirty="0">
                <a:solidFill>
                  <a:srgbClr val="EFEDFA"/>
                </a:solidFill>
                <a:latin typeface="Yu Gothic" pitchFamily="34" charset="0"/>
                <a:ea typeface="Yu Gothic" pitchFamily="34" charset="-122"/>
                <a:cs typeface="Yu Gothic" pitchFamily="34" charset="-120"/>
              </a:rPr>
              <a:t>हिन्दी</a:t>
            </a:r>
            <a:endParaRPr lang="en-US" sz="1800" dirty="0"/>
          </a:p>
        </p:txBody>
      </p:sp>
      <p:pic>
        <p:nvPicPr>
          <p:cNvPr id="27" name="Image 0" descr="C:\D365DEMO\__Projects\Agent JumpStart 2\promo\img\lab-en.png">    </p:cNvPr>
          <p:cNvPicPr>
            <a:picLocks noChangeAspect="1"/>
          </p:cNvPicPr>
          <p:nvPr/>
        </p:nvPicPr>
        <p:blipFill>
          <a:blip r:embed="rId1"/>
          <a:stretch>
            <a:fillRect/>
          </a:stretch>
        </p:blipFill>
        <p:spPr>
          <a:xfrm>
            <a:off x="6355080" y="1783080"/>
            <a:ext cx="3246120" cy="2276856"/>
          </a:xfrm>
          <a:prstGeom prst="ellipse">
            <a:avLst/>
          </a:prstGeom>
        </p:spPr>
      </p:pic>
      <p:sp>
        <p:nvSpPr>
          <p:cNvPr id="28" name="Shape 25"/>
          <p:cNvSpPr/>
          <p:nvPr/>
        </p:nvSpPr>
        <p:spPr>
          <a:xfrm>
            <a:off x="6355080" y="1783080"/>
            <a:ext cx="3246120" cy="2276856"/>
          </a:xfrm>
          <a:prstGeom prst="roundRect">
            <a:avLst>
              <a:gd name="adj" fmla="val 2410"/>
            </a:avLst>
          </a:prstGeom>
          <a:ln w="15875">
            <a:solidFill>
              <a:srgbClr val="3B3460"/>
            </a:solidFill>
            <a:prstDash val="solid"/>
          </a:ln>
        </p:spPr>
      </p:sp>
      <p:pic>
        <p:nvPicPr>
          <p:cNvPr id="29" name="Image 1" descr="C:\D365DEMO\__Projects\Agent JumpStart 2\promo\img\lab-zh.png">    </p:cNvPr>
          <p:cNvPicPr>
            <a:picLocks noChangeAspect="1"/>
          </p:cNvPicPr>
          <p:nvPr/>
        </p:nvPicPr>
        <p:blipFill>
          <a:blip r:embed="rId2"/>
          <a:stretch>
            <a:fillRect/>
          </a:stretch>
        </p:blipFill>
        <p:spPr>
          <a:xfrm>
            <a:off x="8458200" y="3703320"/>
            <a:ext cx="3246120" cy="2276856"/>
          </a:xfrm>
          <a:prstGeom prst="ellipse">
            <a:avLst/>
          </a:prstGeom>
        </p:spPr>
      </p:pic>
      <p:sp>
        <p:nvSpPr>
          <p:cNvPr id="30" name="Shape 26"/>
          <p:cNvSpPr/>
          <p:nvPr/>
        </p:nvSpPr>
        <p:spPr>
          <a:xfrm>
            <a:off x="8458200" y="3703320"/>
            <a:ext cx="3246120" cy="2276856"/>
          </a:xfrm>
          <a:prstGeom prst="roundRect">
            <a:avLst>
              <a:gd name="adj" fmla="val 2410"/>
            </a:avLst>
          </a:prstGeom>
          <a:ln w="15875">
            <a:solidFill>
              <a:srgbClr val="3B3460"/>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0F22"/>
        </a:solidFill>
      </p:bgPr>
    </p:bg>
    <p:spTree>
      <p:nvGrpSpPr>
        <p:cNvPr id="1" name=""/>
        <p:cNvGrpSpPr/>
        <p:nvPr/>
      </p:nvGrpSpPr>
      <p:grpSpPr>
        <a:xfrm>
          <a:off x="0" y="0"/>
          <a:ext cx="0" cy="0"/>
          <a:chOff x="0" y="0"/>
          <a:chExt cx="0" cy="0"/>
        </a:xfrm>
      </p:grpSpPr>
      <p:sp>
        <p:nvSpPr>
          <p:cNvPr id="2" name="Text 0"/>
          <p:cNvSpPr/>
          <p:nvPr/>
        </p:nvSpPr>
        <p:spPr>
          <a:xfrm>
            <a:off x="640080" y="530352"/>
            <a:ext cx="7315200" cy="365760"/>
          </a:xfrm>
          <a:prstGeom prst="rect">
            <a:avLst/>
          </a:prstGeom>
          <a:noFill/>
          <a:ln/>
        </p:spPr>
        <p:txBody>
          <a:bodyPr wrap="square" lIns="0" tIns="0" rIns="0" bIns="0" rtlCol="0" anchor="ctr"/>
          <a:lstStyle/>
          <a:p>
            <a:pPr algn="l" indent="0" marL="0">
              <a:buNone/>
            </a:pPr>
            <a:r>
              <a:rPr lang="en-US" sz="1250" b="1" spc="200" kern="0" dirty="0">
                <a:solidFill>
                  <a:srgbClr val="A78BFA"/>
                </a:solidFill>
                <a:latin typeface="Yu Gothic" pitchFamily="34" charset="0"/>
                <a:ea typeface="Yu Gothic" pitchFamily="34" charset="-122"/>
                <a:cs typeface="Yu Gothic" pitchFamily="34" charset="-120"/>
              </a:rPr>
              <a:t>独自機能 02</a:t>
            </a:r>
            <a:endParaRPr lang="en-US" sz="1250" dirty="0"/>
          </a:p>
        </p:txBody>
      </p:sp>
      <p:sp>
        <p:nvSpPr>
          <p:cNvPr id="3" name="Text 1"/>
          <p:cNvSpPr/>
          <p:nvPr/>
        </p:nvSpPr>
        <p:spPr>
          <a:xfrm>
            <a:off x="640080" y="914400"/>
            <a:ext cx="6400800" cy="960120"/>
          </a:xfrm>
          <a:prstGeom prst="rect">
            <a:avLst/>
          </a:prstGeom>
          <a:noFill/>
          <a:ln/>
        </p:spPr>
        <p:txBody>
          <a:bodyPr wrap="square" lIns="0" tIns="0" rIns="0" bIns="0" rtlCol="0" anchor="t"/>
          <a:lstStyle/>
          <a:p>
            <a:pPr algn="l" indent="0" marL="0">
              <a:buNone/>
            </a:pPr>
            <a:r>
              <a:rPr lang="en-US" sz="3000" b="1" dirty="0">
                <a:solidFill>
                  <a:srgbClr val="ECECF5"/>
                </a:solidFill>
                <a:latin typeface="Yu Gothic" pitchFamily="34" charset="0"/>
                <a:ea typeface="Yu Gothic" pitchFamily="34" charset="-122"/>
                <a:cs typeface="Yu Gothic" pitchFamily="34" charset="-120"/>
              </a:rPr>
              <a:t>本当に楽しい、手を動かして学ぶ UX</a:t>
            </a:r>
            <a:endParaRPr lang="en-US" sz="3000" dirty="0"/>
          </a:p>
        </p:txBody>
      </p:sp>
      <p:sp>
        <p:nvSpPr>
          <p:cNvPr id="4" name="Shape 2"/>
          <p:cNvSpPr/>
          <p:nvPr/>
        </p:nvSpPr>
        <p:spPr>
          <a:xfrm>
            <a:off x="640080" y="2011680"/>
            <a:ext cx="566928" cy="566928"/>
          </a:xfrm>
          <a:prstGeom prst="roundRect">
            <a:avLst>
              <a:gd name="adj" fmla="val 17742"/>
            </a:avLst>
          </a:prstGeom>
          <a:solidFill>
            <a:srgbClr val="A78BFA"/>
          </a:solidFill>
          <a:ln/>
        </p:spPr>
      </p:sp>
      <p:sp>
        <p:nvSpPr>
          <p:cNvPr id="5" name="Text 3"/>
          <p:cNvSpPr/>
          <p:nvPr/>
        </p:nvSpPr>
        <p:spPr>
          <a:xfrm>
            <a:off x="640080" y="2011680"/>
            <a:ext cx="566928" cy="566928"/>
          </a:xfrm>
          <a:prstGeom prst="rect">
            <a:avLst/>
          </a:prstGeom>
          <a:noFill/>
          <a:ln/>
        </p:spPr>
        <p:txBody>
          <a:bodyPr wrap="square" lIns="0" tIns="0" rIns="0" bIns="0" rtlCol="0" anchor="ctr"/>
          <a:lstStyle/>
          <a:p>
            <a:pPr algn="ctr" indent="0" marL="0">
              <a:buNone/>
            </a:pPr>
            <a:r>
              <a:rPr lang="en-US" sz="1700" dirty="0">
                <a:solidFill>
                  <a:srgbClr val="FFFFFF"/>
                </a:solidFill>
                <a:latin typeface="Yu Gothic" pitchFamily="34" charset="0"/>
                <a:ea typeface="Yu Gothic" pitchFamily="34" charset="-122"/>
                <a:cs typeface="Yu Gothic" pitchFamily="34" charset="-120"/>
              </a:rPr>
              <a:t>◆</a:t>
            </a:r>
            <a:endParaRPr lang="en-US" sz="1700" dirty="0"/>
          </a:p>
        </p:txBody>
      </p:sp>
      <p:sp>
        <p:nvSpPr>
          <p:cNvPr id="6" name="Text 4"/>
          <p:cNvSpPr/>
          <p:nvPr/>
        </p:nvSpPr>
        <p:spPr>
          <a:xfrm>
            <a:off x="1371600" y="1993392"/>
            <a:ext cx="5212080" cy="36576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Markdown 対応の充実した手順</a:t>
            </a:r>
            <a:endParaRPr lang="en-US" sz="1800" dirty="0"/>
          </a:p>
        </p:txBody>
      </p:sp>
      <p:sp>
        <p:nvSpPr>
          <p:cNvPr id="7" name="Text 5"/>
          <p:cNvSpPr/>
          <p:nvPr/>
        </p:nvSpPr>
        <p:spPr>
          <a:xfrm>
            <a:off x="1371600" y="2377440"/>
            <a:ext cx="5212080" cy="457200"/>
          </a:xfrm>
          <a:prstGeom prst="rect">
            <a:avLst/>
          </a:prstGeom>
          <a:noFill/>
          <a:ln/>
        </p:spPr>
        <p:txBody>
          <a:bodyPr wrap="square" lIns="0" tIns="0" rIns="0" bIns="0" rtlCol="0" anchor="t"/>
          <a:lstStyle/>
          <a:p>
            <a:pPr indent="0" marL="0">
              <a:buNone/>
            </a:pPr>
            <a:r>
              <a:rPr lang="en-US" sz="1400" dirty="0">
                <a:solidFill>
                  <a:srgbClr val="B4B1CC"/>
                </a:solidFill>
                <a:latin typeface="Yu Gothic" pitchFamily="34" charset="0"/>
                <a:ea typeface="Yu Gothic" pitchFamily="34" charset="-122"/>
                <a:cs typeface="Yu Gothic" pitchFamily="34" charset="-120"/>
              </a:rPr>
              <a:t>見出し・表・コールアウト・ハイライトが美しく表示。</a:t>
            </a:r>
            <a:endParaRPr lang="en-US" sz="1400" dirty="0"/>
          </a:p>
        </p:txBody>
      </p:sp>
      <p:sp>
        <p:nvSpPr>
          <p:cNvPr id="8" name="Shape 6"/>
          <p:cNvSpPr/>
          <p:nvPr/>
        </p:nvSpPr>
        <p:spPr>
          <a:xfrm>
            <a:off x="640080" y="2907792"/>
            <a:ext cx="566928" cy="566928"/>
          </a:xfrm>
          <a:prstGeom prst="roundRect">
            <a:avLst>
              <a:gd name="adj" fmla="val 17742"/>
            </a:avLst>
          </a:prstGeom>
          <a:solidFill>
            <a:srgbClr val="A78BFA"/>
          </a:solidFill>
          <a:ln/>
        </p:spPr>
      </p:sp>
      <p:sp>
        <p:nvSpPr>
          <p:cNvPr id="9" name="Text 7"/>
          <p:cNvSpPr/>
          <p:nvPr/>
        </p:nvSpPr>
        <p:spPr>
          <a:xfrm>
            <a:off x="640080" y="2907792"/>
            <a:ext cx="566928" cy="566928"/>
          </a:xfrm>
          <a:prstGeom prst="rect">
            <a:avLst/>
          </a:prstGeom>
          <a:noFill/>
          <a:ln/>
        </p:spPr>
        <p:txBody>
          <a:bodyPr wrap="square" lIns="0" tIns="0" rIns="0" bIns="0" rtlCol="0" anchor="ctr"/>
          <a:lstStyle/>
          <a:p>
            <a:pPr algn="ctr" indent="0" marL="0">
              <a:buNone/>
            </a:pPr>
            <a:r>
              <a:rPr lang="en-US" sz="1700" dirty="0">
                <a:solidFill>
                  <a:srgbClr val="FFFFFF"/>
                </a:solidFill>
                <a:latin typeface="Yu Gothic" pitchFamily="34" charset="0"/>
                <a:ea typeface="Yu Gothic" pitchFamily="34" charset="-122"/>
                <a:cs typeface="Yu Gothic" pitchFamily="34" charset="-120"/>
              </a:rPr>
              <a:t>◆</a:t>
            </a:r>
            <a:endParaRPr lang="en-US" sz="1700" dirty="0"/>
          </a:p>
        </p:txBody>
      </p:sp>
      <p:sp>
        <p:nvSpPr>
          <p:cNvPr id="10" name="Text 8"/>
          <p:cNvSpPr/>
          <p:nvPr/>
        </p:nvSpPr>
        <p:spPr>
          <a:xfrm>
            <a:off x="1371600" y="2889504"/>
            <a:ext cx="5212080" cy="36576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コピーしてすぐ使えるプロンプト</a:t>
            </a:r>
            <a:endParaRPr lang="en-US" sz="1800" dirty="0"/>
          </a:p>
        </p:txBody>
      </p:sp>
      <p:sp>
        <p:nvSpPr>
          <p:cNvPr id="11" name="Text 9"/>
          <p:cNvSpPr/>
          <p:nvPr/>
        </p:nvSpPr>
        <p:spPr>
          <a:xfrm>
            <a:off x="1371600" y="3273552"/>
            <a:ext cx="5212080" cy="457200"/>
          </a:xfrm>
          <a:prstGeom prst="rect">
            <a:avLst/>
          </a:prstGeom>
          <a:noFill/>
          <a:ln/>
        </p:spPr>
        <p:txBody>
          <a:bodyPr wrap="square" lIns="0" tIns="0" rIns="0" bIns="0" rtlCol="0" anchor="t"/>
          <a:lstStyle/>
          <a:p>
            <a:pPr indent="0" marL="0">
              <a:buNone/>
            </a:pPr>
            <a:r>
              <a:rPr lang="en-US" sz="1400" dirty="0">
                <a:solidFill>
                  <a:srgbClr val="B4B1CC"/>
                </a:solidFill>
                <a:latin typeface="Yu Gothic" pitchFamily="34" charset="0"/>
                <a:ea typeface="Yu Gothic" pitchFamily="34" charset="-122"/>
                <a:cs typeface="Yu Gothic" pitchFamily="34" charset="-120"/>
              </a:rPr>
              <a:t>すべての指示がワンクリックでクリップボードへ。</a:t>
            </a:r>
            <a:endParaRPr lang="en-US" sz="1400" dirty="0"/>
          </a:p>
        </p:txBody>
      </p:sp>
      <p:sp>
        <p:nvSpPr>
          <p:cNvPr id="12" name="Shape 10"/>
          <p:cNvSpPr/>
          <p:nvPr/>
        </p:nvSpPr>
        <p:spPr>
          <a:xfrm>
            <a:off x="640080" y="3803904"/>
            <a:ext cx="566928" cy="566928"/>
          </a:xfrm>
          <a:prstGeom prst="roundRect">
            <a:avLst>
              <a:gd name="adj" fmla="val 17742"/>
            </a:avLst>
          </a:prstGeom>
          <a:solidFill>
            <a:srgbClr val="A78BFA"/>
          </a:solidFill>
          <a:ln/>
        </p:spPr>
      </p:sp>
      <p:sp>
        <p:nvSpPr>
          <p:cNvPr id="13" name="Text 11"/>
          <p:cNvSpPr/>
          <p:nvPr/>
        </p:nvSpPr>
        <p:spPr>
          <a:xfrm>
            <a:off x="640080" y="3803904"/>
            <a:ext cx="566928" cy="566928"/>
          </a:xfrm>
          <a:prstGeom prst="rect">
            <a:avLst/>
          </a:prstGeom>
          <a:noFill/>
          <a:ln/>
        </p:spPr>
        <p:txBody>
          <a:bodyPr wrap="square" lIns="0" tIns="0" rIns="0" bIns="0" rtlCol="0" anchor="ctr"/>
          <a:lstStyle/>
          <a:p>
            <a:pPr algn="ctr" indent="0" marL="0">
              <a:buNone/>
            </a:pPr>
            <a:r>
              <a:rPr lang="en-US" sz="1700" dirty="0">
                <a:solidFill>
                  <a:srgbClr val="FFFFFF"/>
                </a:solidFill>
                <a:latin typeface="Yu Gothic" pitchFamily="34" charset="0"/>
                <a:ea typeface="Yu Gothic" pitchFamily="34" charset="-122"/>
                <a:cs typeface="Yu Gothic" pitchFamily="34" charset="-120"/>
              </a:rPr>
              <a:t>◆</a:t>
            </a:r>
            <a:endParaRPr lang="en-US" sz="1700" dirty="0"/>
          </a:p>
        </p:txBody>
      </p:sp>
      <p:sp>
        <p:nvSpPr>
          <p:cNvPr id="14" name="Text 12"/>
          <p:cNvSpPr/>
          <p:nvPr/>
        </p:nvSpPr>
        <p:spPr>
          <a:xfrm>
            <a:off x="1371600" y="3785616"/>
            <a:ext cx="5212080" cy="36576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進捗トラッキング</a:t>
            </a:r>
            <a:endParaRPr lang="en-US" sz="1800" dirty="0"/>
          </a:p>
        </p:txBody>
      </p:sp>
      <p:sp>
        <p:nvSpPr>
          <p:cNvPr id="15" name="Text 13"/>
          <p:cNvSpPr/>
          <p:nvPr/>
        </p:nvSpPr>
        <p:spPr>
          <a:xfrm>
            <a:off x="1371600" y="4169664"/>
            <a:ext cx="5212080" cy="457200"/>
          </a:xfrm>
          <a:prstGeom prst="rect">
            <a:avLst/>
          </a:prstGeom>
          <a:noFill/>
          <a:ln/>
        </p:spPr>
        <p:txBody>
          <a:bodyPr wrap="square" lIns="0" tIns="0" rIns="0" bIns="0" rtlCol="0" anchor="t"/>
          <a:lstStyle/>
          <a:p>
            <a:pPr indent="0" marL="0">
              <a:buNone/>
            </a:pPr>
            <a:r>
              <a:rPr lang="en-US" sz="1400" dirty="0">
                <a:solidFill>
                  <a:srgbClr val="B4B1CC"/>
                </a:solidFill>
                <a:latin typeface="Yu Gothic" pitchFamily="34" charset="0"/>
                <a:ea typeface="Yu Gothic" pitchFamily="34" charset="-122"/>
                <a:cs typeface="Yu Gothic" pitchFamily="34" charset="-120"/>
              </a:rPr>
              <a:t>全 29 手順の完了状況を手順ごとに、ローカル保存。</a:t>
            </a:r>
            <a:endParaRPr lang="en-US" sz="1400" dirty="0"/>
          </a:p>
        </p:txBody>
      </p:sp>
      <p:sp>
        <p:nvSpPr>
          <p:cNvPr id="16" name="Shape 14"/>
          <p:cNvSpPr/>
          <p:nvPr/>
        </p:nvSpPr>
        <p:spPr>
          <a:xfrm>
            <a:off x="640080" y="4700016"/>
            <a:ext cx="566928" cy="566928"/>
          </a:xfrm>
          <a:prstGeom prst="roundRect">
            <a:avLst>
              <a:gd name="adj" fmla="val 17742"/>
            </a:avLst>
          </a:prstGeom>
          <a:solidFill>
            <a:srgbClr val="A78BFA"/>
          </a:solidFill>
          <a:ln/>
        </p:spPr>
      </p:sp>
      <p:sp>
        <p:nvSpPr>
          <p:cNvPr id="17" name="Text 15"/>
          <p:cNvSpPr/>
          <p:nvPr/>
        </p:nvSpPr>
        <p:spPr>
          <a:xfrm>
            <a:off x="640080" y="4700016"/>
            <a:ext cx="566928" cy="566928"/>
          </a:xfrm>
          <a:prstGeom prst="rect">
            <a:avLst/>
          </a:prstGeom>
          <a:noFill/>
          <a:ln/>
        </p:spPr>
        <p:txBody>
          <a:bodyPr wrap="square" lIns="0" tIns="0" rIns="0" bIns="0" rtlCol="0" anchor="ctr"/>
          <a:lstStyle/>
          <a:p>
            <a:pPr algn="ctr" indent="0" marL="0">
              <a:buNone/>
            </a:pPr>
            <a:r>
              <a:rPr lang="en-US" sz="1700" dirty="0">
                <a:solidFill>
                  <a:srgbClr val="FFFFFF"/>
                </a:solidFill>
                <a:latin typeface="Yu Gothic" pitchFamily="34" charset="0"/>
                <a:ea typeface="Yu Gothic" pitchFamily="34" charset="-122"/>
                <a:cs typeface="Yu Gothic" pitchFamily="34" charset="-120"/>
              </a:rPr>
              <a:t>◆</a:t>
            </a:r>
            <a:endParaRPr lang="en-US" sz="1700" dirty="0"/>
          </a:p>
        </p:txBody>
      </p:sp>
      <p:sp>
        <p:nvSpPr>
          <p:cNvPr id="18" name="Text 16"/>
          <p:cNvSpPr/>
          <p:nvPr/>
        </p:nvSpPr>
        <p:spPr>
          <a:xfrm>
            <a:off x="1371600" y="4681728"/>
            <a:ext cx="5212080" cy="36576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完了時の花火</a:t>
            </a:r>
            <a:endParaRPr lang="en-US" sz="1800" dirty="0"/>
          </a:p>
        </p:txBody>
      </p:sp>
      <p:sp>
        <p:nvSpPr>
          <p:cNvPr id="19" name="Text 17"/>
          <p:cNvSpPr/>
          <p:nvPr/>
        </p:nvSpPr>
        <p:spPr>
          <a:xfrm>
            <a:off x="1371600" y="5065776"/>
            <a:ext cx="5212080" cy="457200"/>
          </a:xfrm>
          <a:prstGeom prst="rect">
            <a:avLst/>
          </a:prstGeom>
          <a:noFill/>
          <a:ln/>
        </p:spPr>
        <p:txBody>
          <a:bodyPr wrap="square" lIns="0" tIns="0" rIns="0" bIns="0" rtlCol="0" anchor="t"/>
          <a:lstStyle/>
          <a:p>
            <a:pPr indent="0" marL="0">
              <a:buNone/>
            </a:pPr>
            <a:r>
              <a:rPr lang="en-US" sz="1400" dirty="0">
                <a:solidFill>
                  <a:srgbClr val="B4B1CC"/>
                </a:solidFill>
                <a:latin typeface="Yu Gothic" pitchFamily="34" charset="0"/>
                <a:ea typeface="Yu Gothic" pitchFamily="34" charset="-122"/>
                <a:cs typeface="Yu Gothic" pitchFamily="34" charset="-120"/>
              </a:rPr>
              <a:t>手順を終えるたびにお祝いの演出。</a:t>
            </a:r>
            <a:endParaRPr lang="en-US" sz="1400" dirty="0"/>
          </a:p>
        </p:txBody>
      </p:sp>
      <p:sp>
        <p:nvSpPr>
          <p:cNvPr id="20" name="Shape 18"/>
          <p:cNvSpPr/>
          <p:nvPr/>
        </p:nvSpPr>
        <p:spPr>
          <a:xfrm>
            <a:off x="640080" y="5596128"/>
            <a:ext cx="566928" cy="566928"/>
          </a:xfrm>
          <a:prstGeom prst="roundRect">
            <a:avLst>
              <a:gd name="adj" fmla="val 17742"/>
            </a:avLst>
          </a:prstGeom>
          <a:solidFill>
            <a:srgbClr val="A78BFA"/>
          </a:solidFill>
          <a:ln/>
        </p:spPr>
      </p:sp>
      <p:sp>
        <p:nvSpPr>
          <p:cNvPr id="21" name="Text 19"/>
          <p:cNvSpPr/>
          <p:nvPr/>
        </p:nvSpPr>
        <p:spPr>
          <a:xfrm>
            <a:off x="640080" y="5596128"/>
            <a:ext cx="566928" cy="566928"/>
          </a:xfrm>
          <a:prstGeom prst="rect">
            <a:avLst/>
          </a:prstGeom>
          <a:noFill/>
          <a:ln/>
        </p:spPr>
        <p:txBody>
          <a:bodyPr wrap="square" lIns="0" tIns="0" rIns="0" bIns="0" rtlCol="0" anchor="ctr"/>
          <a:lstStyle/>
          <a:p>
            <a:pPr algn="ctr" indent="0" marL="0">
              <a:buNone/>
            </a:pPr>
            <a:r>
              <a:rPr lang="en-US" sz="1700" dirty="0">
                <a:solidFill>
                  <a:srgbClr val="FFFFFF"/>
                </a:solidFill>
                <a:latin typeface="Yu Gothic" pitchFamily="34" charset="0"/>
                <a:ea typeface="Yu Gothic" pitchFamily="34" charset="-122"/>
                <a:cs typeface="Yu Gothic" pitchFamily="34" charset="-120"/>
              </a:rPr>
              <a:t>◆</a:t>
            </a:r>
            <a:endParaRPr lang="en-US" sz="1700" dirty="0"/>
          </a:p>
        </p:txBody>
      </p:sp>
      <p:sp>
        <p:nvSpPr>
          <p:cNvPr id="22" name="Text 20"/>
          <p:cNvSpPr/>
          <p:nvPr/>
        </p:nvSpPr>
        <p:spPr>
          <a:xfrm>
            <a:off x="1371600" y="5577840"/>
            <a:ext cx="5212080" cy="36576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グラス UI、ライト＆ダーク</a:t>
            </a:r>
            <a:endParaRPr lang="en-US" sz="1800" dirty="0"/>
          </a:p>
        </p:txBody>
      </p:sp>
      <p:sp>
        <p:nvSpPr>
          <p:cNvPr id="23" name="Text 21"/>
          <p:cNvSpPr/>
          <p:nvPr/>
        </p:nvSpPr>
        <p:spPr>
          <a:xfrm>
            <a:off x="1371600" y="5961888"/>
            <a:ext cx="5212080" cy="457200"/>
          </a:xfrm>
          <a:prstGeom prst="rect">
            <a:avLst/>
          </a:prstGeom>
          <a:noFill/>
          <a:ln/>
        </p:spPr>
        <p:txBody>
          <a:bodyPr wrap="square" lIns="0" tIns="0" rIns="0" bIns="0" rtlCol="0" anchor="t"/>
          <a:lstStyle/>
          <a:p>
            <a:pPr indent="0" marL="0">
              <a:buNone/>
            </a:pPr>
            <a:r>
              <a:rPr lang="en-US" sz="1400" dirty="0">
                <a:solidFill>
                  <a:srgbClr val="B4B1CC"/>
                </a:solidFill>
                <a:latin typeface="Yu Gothic" pitchFamily="34" charset="0"/>
                <a:ea typeface="Yu Gothic" pitchFamily="34" charset="-122"/>
                <a:cs typeface="Yu Gothic" pitchFamily="34" charset="-120"/>
              </a:rPr>
              <a:t>モダンなすりガラス デザイン、全体がテーマ対応。</a:t>
            </a:r>
            <a:endParaRPr lang="en-US" sz="1400" dirty="0"/>
          </a:p>
        </p:txBody>
      </p:sp>
      <p:pic>
        <p:nvPicPr>
          <p:cNvPr id="24" name="Image 0" descr="C:\D365DEMO\__Projects\Agent JumpStart 2\promo\img\lab-overview.png">    </p:cNvPr>
          <p:cNvPicPr>
            <a:picLocks noChangeAspect="1"/>
          </p:cNvPicPr>
          <p:nvPr/>
        </p:nvPicPr>
        <p:blipFill>
          <a:blip r:embed="rId1"/>
          <a:stretch>
            <a:fillRect/>
          </a:stretch>
        </p:blipFill>
        <p:spPr>
          <a:xfrm>
            <a:off x="6903720" y="1874520"/>
            <a:ext cx="4663440" cy="3346704"/>
          </a:xfrm>
          <a:prstGeom prst="ellipse">
            <a:avLst/>
          </a:prstGeom>
        </p:spPr>
      </p:pic>
      <p:sp>
        <p:nvSpPr>
          <p:cNvPr id="25" name="Shape 22"/>
          <p:cNvSpPr/>
          <p:nvPr/>
        </p:nvSpPr>
        <p:spPr>
          <a:xfrm>
            <a:off x="6903720" y="1874520"/>
            <a:ext cx="4663440" cy="3346704"/>
          </a:xfrm>
          <a:prstGeom prst="roundRect">
            <a:avLst>
              <a:gd name="adj" fmla="val 1639"/>
            </a:avLst>
          </a:prstGeom>
          <a:ln w="15875">
            <a:solidFill>
              <a:srgbClr val="3B3460"/>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81334"/>
        </a:solidFill>
      </p:bgPr>
    </p:bg>
    <p:spTree>
      <p:nvGrpSpPr>
        <p:cNvPr id="1" name=""/>
        <p:cNvGrpSpPr/>
        <p:nvPr/>
      </p:nvGrpSpPr>
      <p:grpSpPr>
        <a:xfrm>
          <a:off x="0" y="0"/>
          <a:ext cx="0" cy="0"/>
          <a:chOff x="0" y="0"/>
          <a:chExt cx="0" cy="0"/>
        </a:xfrm>
      </p:grpSpPr>
      <p:sp>
        <p:nvSpPr>
          <p:cNvPr id="2" name="Text 0"/>
          <p:cNvSpPr/>
          <p:nvPr/>
        </p:nvSpPr>
        <p:spPr>
          <a:xfrm>
            <a:off x="640080" y="530352"/>
            <a:ext cx="7315200" cy="365760"/>
          </a:xfrm>
          <a:prstGeom prst="rect">
            <a:avLst/>
          </a:prstGeom>
          <a:noFill/>
          <a:ln/>
        </p:spPr>
        <p:txBody>
          <a:bodyPr wrap="square" lIns="0" tIns="0" rIns="0" bIns="0" rtlCol="0" anchor="ctr"/>
          <a:lstStyle/>
          <a:p>
            <a:pPr algn="l" indent="0" marL="0">
              <a:buNone/>
            </a:pPr>
            <a:r>
              <a:rPr lang="en-US" sz="1250" b="1" spc="200" kern="0" dirty="0">
                <a:solidFill>
                  <a:srgbClr val="A78BFA"/>
                </a:solidFill>
                <a:latin typeface="Yu Gothic" pitchFamily="34" charset="0"/>
                <a:ea typeface="Yu Gothic" pitchFamily="34" charset="-122"/>
                <a:cs typeface="Yu Gothic" pitchFamily="34" charset="-120"/>
              </a:rPr>
              <a:t>独自機能 03</a:t>
            </a:r>
            <a:endParaRPr lang="en-US" sz="1250" dirty="0"/>
          </a:p>
        </p:txBody>
      </p:sp>
      <p:sp>
        <p:nvSpPr>
          <p:cNvPr id="3" name="Text 1"/>
          <p:cNvSpPr/>
          <p:nvPr/>
        </p:nvSpPr>
        <p:spPr>
          <a:xfrm>
            <a:off x="640080" y="914400"/>
            <a:ext cx="11064240" cy="960120"/>
          </a:xfrm>
          <a:prstGeom prst="rect">
            <a:avLst/>
          </a:prstGeom>
          <a:noFill/>
          <a:ln/>
        </p:spPr>
        <p:txBody>
          <a:bodyPr wrap="square" lIns="0" tIns="0" rIns="0" bIns="0" rtlCol="0" anchor="t"/>
          <a:lstStyle/>
          <a:p>
            <a:pPr algn="l" indent="0" marL="0">
              <a:buNone/>
            </a:pPr>
            <a:r>
              <a:rPr lang="en-US" sz="3000" b="1" dirty="0">
                <a:solidFill>
                  <a:srgbClr val="ECECF5"/>
                </a:solidFill>
                <a:latin typeface="Yu Gothic" pitchFamily="34" charset="0"/>
                <a:ea typeface="Yu Gothic" pitchFamily="34" charset="-122"/>
                <a:cs typeface="Yu Gothic" pitchFamily="34" charset="-120"/>
              </a:rPr>
              <a:t>数秒で専用ワークショップを共同ブランド化</a:t>
            </a:r>
            <a:endParaRPr lang="en-US" sz="3000" dirty="0"/>
          </a:p>
        </p:txBody>
      </p:sp>
      <p:pic>
        <p:nvPicPr>
          <p:cNvPr id="4" name="Image 0" descr="C:\D365DEMO\__Projects\Agent JumpStart 2\promo\img\cover-lenovo.png">    </p:cNvPr>
          <p:cNvPicPr>
            <a:picLocks noChangeAspect="1"/>
          </p:cNvPicPr>
          <p:nvPr/>
        </p:nvPicPr>
        <p:blipFill>
          <a:blip r:embed="rId1"/>
          <a:stretch>
            <a:fillRect/>
          </a:stretch>
        </p:blipFill>
        <p:spPr>
          <a:xfrm>
            <a:off x="640080" y="1920240"/>
            <a:ext cx="5120640" cy="3584448"/>
          </a:xfrm>
          <a:prstGeom prst="ellipse">
            <a:avLst/>
          </a:prstGeom>
        </p:spPr>
      </p:pic>
      <p:sp>
        <p:nvSpPr>
          <p:cNvPr id="5" name="Shape 2"/>
          <p:cNvSpPr/>
          <p:nvPr/>
        </p:nvSpPr>
        <p:spPr>
          <a:xfrm>
            <a:off x="640080" y="1920240"/>
            <a:ext cx="5120640" cy="3584448"/>
          </a:xfrm>
          <a:prstGeom prst="roundRect">
            <a:avLst>
              <a:gd name="adj" fmla="val 1531"/>
            </a:avLst>
          </a:prstGeom>
          <a:ln w="15875">
            <a:solidFill>
              <a:srgbClr val="3B3460"/>
            </a:solidFill>
            <a:prstDash val="solid"/>
          </a:ln>
        </p:spPr>
      </p:sp>
      <p:sp>
        <p:nvSpPr>
          <p:cNvPr id="6" name="Shape 3"/>
          <p:cNvSpPr/>
          <p:nvPr/>
        </p:nvSpPr>
        <p:spPr>
          <a:xfrm>
            <a:off x="6126480" y="2057400"/>
            <a:ext cx="566928" cy="566928"/>
          </a:xfrm>
          <a:prstGeom prst="roundRect">
            <a:avLst>
              <a:gd name="adj" fmla="val 17742"/>
            </a:avLst>
          </a:prstGeom>
          <a:solidFill>
            <a:srgbClr val="F472B6"/>
          </a:solidFill>
          <a:ln/>
        </p:spPr>
      </p:sp>
      <p:sp>
        <p:nvSpPr>
          <p:cNvPr id="7" name="Text 4"/>
          <p:cNvSpPr/>
          <p:nvPr/>
        </p:nvSpPr>
        <p:spPr>
          <a:xfrm>
            <a:off x="6126480" y="2057400"/>
            <a:ext cx="566928" cy="566928"/>
          </a:xfrm>
          <a:prstGeom prst="rect">
            <a:avLst/>
          </a:prstGeom>
          <a:noFill/>
          <a:ln/>
        </p:spPr>
        <p:txBody>
          <a:bodyPr wrap="square" lIns="0" tIns="0" rIns="0" bIns="0" rtlCol="0" anchor="ctr"/>
          <a:lstStyle/>
          <a:p>
            <a:pPr algn="ctr" indent="0" marL="0">
              <a:buNone/>
            </a:pPr>
            <a:r>
              <a:rPr lang="en-US" sz="1700" dirty="0">
                <a:solidFill>
                  <a:srgbClr val="FFFFFF"/>
                </a:solidFill>
                <a:latin typeface="Yu Gothic" pitchFamily="34" charset="0"/>
                <a:ea typeface="Yu Gothic" pitchFamily="34" charset="-122"/>
                <a:cs typeface="Yu Gothic" pitchFamily="34" charset="-120"/>
              </a:rPr>
              <a:t>◇</a:t>
            </a:r>
            <a:endParaRPr lang="en-US" sz="1700" dirty="0"/>
          </a:p>
        </p:txBody>
      </p:sp>
      <p:sp>
        <p:nvSpPr>
          <p:cNvPr id="8" name="Text 5"/>
          <p:cNvSpPr/>
          <p:nvPr/>
        </p:nvSpPr>
        <p:spPr>
          <a:xfrm>
            <a:off x="6858000" y="2039112"/>
            <a:ext cx="4754880" cy="36576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Microsoft × 顧客</a:t>
            </a:r>
            <a:endParaRPr lang="en-US" sz="1800" dirty="0"/>
          </a:p>
        </p:txBody>
      </p:sp>
      <p:sp>
        <p:nvSpPr>
          <p:cNvPr id="9" name="Text 6"/>
          <p:cNvSpPr/>
          <p:nvPr/>
        </p:nvSpPr>
        <p:spPr>
          <a:xfrm>
            <a:off x="6858000" y="2441448"/>
            <a:ext cx="4754880" cy="502920"/>
          </a:xfrm>
          <a:prstGeom prst="rect">
            <a:avLst/>
          </a:prstGeom>
          <a:noFill/>
          <a:ln/>
        </p:spPr>
        <p:txBody>
          <a:bodyPr wrap="square" lIns="0" tIns="0" rIns="0" bIns="0" rtlCol="0" anchor="t"/>
          <a:lstStyle/>
          <a:p>
            <a:pPr indent="0" marL="0">
              <a:lnSpc>
                <a:spcPct val="104000"/>
              </a:lnSpc>
              <a:buNone/>
            </a:pPr>
            <a:r>
              <a:rPr lang="en-US" sz="1400" dirty="0">
                <a:solidFill>
                  <a:srgbClr val="B4B1CC"/>
                </a:solidFill>
                <a:latin typeface="Yu Gothic" pitchFamily="34" charset="0"/>
                <a:ea typeface="Yu Gothic" pitchFamily="34" charset="-122"/>
                <a:cs typeface="Yu Gothic" pitchFamily="34" charset="-120"/>
              </a:rPr>
              <a:t>顧客名またはロゴを設定し、参加者のメールを登録してラボへのアクセスを検証 — 表紙が即座に共同ブランド化。</a:t>
            </a:r>
            <a:endParaRPr lang="en-US" sz="1400" dirty="0"/>
          </a:p>
        </p:txBody>
      </p:sp>
      <p:sp>
        <p:nvSpPr>
          <p:cNvPr id="10" name="Shape 7"/>
          <p:cNvSpPr/>
          <p:nvPr/>
        </p:nvSpPr>
        <p:spPr>
          <a:xfrm>
            <a:off x="6126480" y="3017520"/>
            <a:ext cx="566928" cy="566928"/>
          </a:xfrm>
          <a:prstGeom prst="roundRect">
            <a:avLst>
              <a:gd name="adj" fmla="val 17742"/>
            </a:avLst>
          </a:prstGeom>
          <a:solidFill>
            <a:srgbClr val="F472B6"/>
          </a:solidFill>
          <a:ln/>
        </p:spPr>
      </p:sp>
      <p:sp>
        <p:nvSpPr>
          <p:cNvPr id="11" name="Text 8"/>
          <p:cNvSpPr/>
          <p:nvPr/>
        </p:nvSpPr>
        <p:spPr>
          <a:xfrm>
            <a:off x="6126480" y="3017520"/>
            <a:ext cx="566928" cy="566928"/>
          </a:xfrm>
          <a:prstGeom prst="rect">
            <a:avLst/>
          </a:prstGeom>
          <a:noFill/>
          <a:ln/>
        </p:spPr>
        <p:txBody>
          <a:bodyPr wrap="square" lIns="0" tIns="0" rIns="0" bIns="0" rtlCol="0" anchor="ctr"/>
          <a:lstStyle/>
          <a:p>
            <a:pPr algn="ctr" indent="0" marL="0">
              <a:buNone/>
            </a:pPr>
            <a:r>
              <a:rPr lang="en-US" sz="1700" dirty="0">
                <a:solidFill>
                  <a:srgbClr val="FFFFFF"/>
                </a:solidFill>
                <a:latin typeface="Yu Gothic" pitchFamily="34" charset="0"/>
                <a:ea typeface="Yu Gothic" pitchFamily="34" charset="-122"/>
                <a:cs typeface="Yu Gothic" pitchFamily="34" charset="-120"/>
              </a:rPr>
              <a:t>◇</a:t>
            </a:r>
            <a:endParaRPr lang="en-US" sz="1700" dirty="0"/>
          </a:p>
        </p:txBody>
      </p:sp>
      <p:sp>
        <p:nvSpPr>
          <p:cNvPr id="12" name="Text 9"/>
          <p:cNvSpPr/>
          <p:nvPr/>
        </p:nvSpPr>
        <p:spPr>
          <a:xfrm>
            <a:off x="6858000" y="2999232"/>
            <a:ext cx="4754880" cy="36576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保存＆再利用</a:t>
            </a:r>
            <a:endParaRPr lang="en-US" sz="1800" dirty="0"/>
          </a:p>
        </p:txBody>
      </p:sp>
      <p:sp>
        <p:nvSpPr>
          <p:cNvPr id="13" name="Text 10"/>
          <p:cNvSpPr/>
          <p:nvPr/>
        </p:nvSpPr>
        <p:spPr>
          <a:xfrm>
            <a:off x="6858000" y="3401568"/>
            <a:ext cx="4754880" cy="502920"/>
          </a:xfrm>
          <a:prstGeom prst="rect">
            <a:avLst/>
          </a:prstGeom>
          <a:noFill/>
          <a:ln/>
        </p:spPr>
        <p:txBody>
          <a:bodyPr wrap="square" lIns="0" tIns="0" rIns="0" bIns="0" rtlCol="0" anchor="t"/>
          <a:lstStyle/>
          <a:p>
            <a:pPr indent="0" marL="0">
              <a:lnSpc>
                <a:spcPct val="104000"/>
              </a:lnSpc>
              <a:buNone/>
            </a:pPr>
            <a:r>
              <a:rPr lang="en-US" sz="1400" dirty="0">
                <a:solidFill>
                  <a:srgbClr val="B4B1CC"/>
                </a:solidFill>
                <a:latin typeface="Yu Gothic" pitchFamily="34" charset="0"/>
                <a:ea typeface="Yu Gothic" pitchFamily="34" charset="-122"/>
                <a:cs typeface="Yu Gothic" pitchFamily="34" charset="-120"/>
              </a:rPr>
              <a:t>ワークショップ履歴：過去の設定を保存・呼び出し・クイック検索。</a:t>
            </a:r>
            <a:endParaRPr lang="en-US" sz="1400" dirty="0"/>
          </a:p>
        </p:txBody>
      </p:sp>
      <p:sp>
        <p:nvSpPr>
          <p:cNvPr id="14" name="Shape 11"/>
          <p:cNvSpPr/>
          <p:nvPr/>
        </p:nvSpPr>
        <p:spPr>
          <a:xfrm>
            <a:off x="6126480" y="3977640"/>
            <a:ext cx="566928" cy="566928"/>
          </a:xfrm>
          <a:prstGeom prst="roundRect">
            <a:avLst>
              <a:gd name="adj" fmla="val 17742"/>
            </a:avLst>
          </a:prstGeom>
          <a:solidFill>
            <a:srgbClr val="F472B6"/>
          </a:solidFill>
          <a:ln/>
        </p:spPr>
      </p:sp>
      <p:sp>
        <p:nvSpPr>
          <p:cNvPr id="15" name="Text 12"/>
          <p:cNvSpPr/>
          <p:nvPr/>
        </p:nvSpPr>
        <p:spPr>
          <a:xfrm>
            <a:off x="6126480" y="3977640"/>
            <a:ext cx="566928" cy="566928"/>
          </a:xfrm>
          <a:prstGeom prst="rect">
            <a:avLst/>
          </a:prstGeom>
          <a:noFill/>
          <a:ln/>
        </p:spPr>
        <p:txBody>
          <a:bodyPr wrap="square" lIns="0" tIns="0" rIns="0" bIns="0" rtlCol="0" anchor="ctr"/>
          <a:lstStyle/>
          <a:p>
            <a:pPr algn="ctr" indent="0" marL="0">
              <a:buNone/>
            </a:pPr>
            <a:r>
              <a:rPr lang="en-US" sz="1700" dirty="0">
                <a:solidFill>
                  <a:srgbClr val="FFFFFF"/>
                </a:solidFill>
                <a:latin typeface="Yu Gothic" pitchFamily="34" charset="0"/>
                <a:ea typeface="Yu Gothic" pitchFamily="34" charset="-122"/>
                <a:cs typeface="Yu Gothic" pitchFamily="34" charset="-120"/>
              </a:rPr>
              <a:t>◇</a:t>
            </a:r>
            <a:endParaRPr lang="en-US" sz="1700" dirty="0"/>
          </a:p>
        </p:txBody>
      </p:sp>
      <p:sp>
        <p:nvSpPr>
          <p:cNvPr id="16" name="Text 13"/>
          <p:cNvSpPr/>
          <p:nvPr/>
        </p:nvSpPr>
        <p:spPr>
          <a:xfrm>
            <a:off x="6858000" y="3959352"/>
            <a:ext cx="4754880" cy="36576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ロゴは URL またはアップロード</a:t>
            </a:r>
            <a:endParaRPr lang="en-US" sz="1800" dirty="0"/>
          </a:p>
        </p:txBody>
      </p:sp>
      <p:sp>
        <p:nvSpPr>
          <p:cNvPr id="17" name="Text 14"/>
          <p:cNvSpPr/>
          <p:nvPr/>
        </p:nvSpPr>
        <p:spPr>
          <a:xfrm>
            <a:off x="6858000" y="4361688"/>
            <a:ext cx="4754880" cy="502920"/>
          </a:xfrm>
          <a:prstGeom prst="rect">
            <a:avLst/>
          </a:prstGeom>
          <a:noFill/>
          <a:ln/>
        </p:spPr>
        <p:txBody>
          <a:bodyPr wrap="square" lIns="0" tIns="0" rIns="0" bIns="0" rtlCol="0" anchor="t"/>
          <a:lstStyle/>
          <a:p>
            <a:pPr indent="0" marL="0">
              <a:lnSpc>
                <a:spcPct val="104000"/>
              </a:lnSpc>
              <a:buNone/>
            </a:pPr>
            <a:r>
              <a:rPr lang="en-US" sz="1400" dirty="0">
                <a:solidFill>
                  <a:srgbClr val="B4B1CC"/>
                </a:solidFill>
                <a:latin typeface="Yu Gothic" pitchFamily="34" charset="0"/>
                <a:ea typeface="Yu Gothic" pitchFamily="34" charset="-122"/>
                <a:cs typeface="Yu Gothic" pitchFamily="34" charset="-120"/>
              </a:rPr>
              <a:t>自己完結 — 外部の画像ホスティング不要。</a:t>
            </a:r>
            <a:endParaRPr lang="en-US" sz="1400" dirty="0"/>
          </a:p>
        </p:txBody>
      </p:sp>
      <p:sp>
        <p:nvSpPr>
          <p:cNvPr id="18" name="Shape 15"/>
          <p:cNvSpPr/>
          <p:nvPr/>
        </p:nvSpPr>
        <p:spPr>
          <a:xfrm>
            <a:off x="6126480" y="4937760"/>
            <a:ext cx="566928" cy="566928"/>
          </a:xfrm>
          <a:prstGeom prst="roundRect">
            <a:avLst>
              <a:gd name="adj" fmla="val 17742"/>
            </a:avLst>
          </a:prstGeom>
          <a:solidFill>
            <a:srgbClr val="F472B6"/>
          </a:solidFill>
          <a:ln/>
        </p:spPr>
      </p:sp>
      <p:sp>
        <p:nvSpPr>
          <p:cNvPr id="19" name="Text 16"/>
          <p:cNvSpPr/>
          <p:nvPr/>
        </p:nvSpPr>
        <p:spPr>
          <a:xfrm>
            <a:off x="6126480" y="4937760"/>
            <a:ext cx="566928" cy="566928"/>
          </a:xfrm>
          <a:prstGeom prst="rect">
            <a:avLst/>
          </a:prstGeom>
          <a:noFill/>
          <a:ln/>
        </p:spPr>
        <p:txBody>
          <a:bodyPr wrap="square" lIns="0" tIns="0" rIns="0" bIns="0" rtlCol="0" anchor="ctr"/>
          <a:lstStyle/>
          <a:p>
            <a:pPr algn="ctr" indent="0" marL="0">
              <a:buNone/>
            </a:pPr>
            <a:r>
              <a:rPr lang="en-US" sz="1700" dirty="0">
                <a:solidFill>
                  <a:srgbClr val="FFFFFF"/>
                </a:solidFill>
                <a:latin typeface="Yu Gothic" pitchFamily="34" charset="0"/>
                <a:ea typeface="Yu Gothic" pitchFamily="34" charset="-122"/>
                <a:cs typeface="Yu Gothic" pitchFamily="34" charset="-120"/>
              </a:rPr>
              <a:t>◇</a:t>
            </a:r>
            <a:endParaRPr lang="en-US" sz="1700" dirty="0"/>
          </a:p>
        </p:txBody>
      </p:sp>
      <p:sp>
        <p:nvSpPr>
          <p:cNvPr id="20" name="Text 17"/>
          <p:cNvSpPr/>
          <p:nvPr/>
        </p:nvSpPr>
        <p:spPr>
          <a:xfrm>
            <a:off x="6858000" y="4919472"/>
            <a:ext cx="4754880" cy="365760"/>
          </a:xfrm>
          <a:prstGeom prst="rect">
            <a:avLst/>
          </a:prstGeom>
          <a:noFill/>
          <a:ln/>
        </p:spPr>
        <p:txBody>
          <a:bodyPr wrap="square" lIns="0" tIns="0" rIns="0" bIns="0" rtlCol="0" anchor="t"/>
          <a:lstStyle/>
          <a:p>
            <a:pPr indent="0" marL="0">
              <a:buNone/>
            </a:pPr>
            <a:r>
              <a:rPr lang="en-US" sz="1800" b="1" dirty="0">
                <a:solidFill>
                  <a:srgbClr val="ECECF5"/>
                </a:solidFill>
                <a:latin typeface="Yu Gothic" pitchFamily="34" charset="0"/>
                <a:ea typeface="Yu Gothic" pitchFamily="34" charset="-122"/>
                <a:cs typeface="Yu Gothic" pitchFamily="34" charset="-120"/>
              </a:rPr>
              <a:t>パスワード保護</a:t>
            </a:r>
            <a:endParaRPr lang="en-US" sz="1800" dirty="0"/>
          </a:p>
        </p:txBody>
      </p:sp>
      <p:sp>
        <p:nvSpPr>
          <p:cNvPr id="21" name="Text 18"/>
          <p:cNvSpPr/>
          <p:nvPr/>
        </p:nvSpPr>
        <p:spPr>
          <a:xfrm>
            <a:off x="6858000" y="5321808"/>
            <a:ext cx="4754880" cy="502920"/>
          </a:xfrm>
          <a:prstGeom prst="rect">
            <a:avLst/>
          </a:prstGeom>
          <a:noFill/>
          <a:ln/>
        </p:spPr>
        <p:txBody>
          <a:bodyPr wrap="square" lIns="0" tIns="0" rIns="0" bIns="0" rtlCol="0" anchor="t"/>
          <a:lstStyle/>
          <a:p>
            <a:pPr indent="0" marL="0">
              <a:lnSpc>
                <a:spcPct val="104000"/>
              </a:lnSpc>
              <a:buNone/>
            </a:pPr>
            <a:r>
              <a:rPr lang="en-US" sz="1400" dirty="0">
                <a:solidFill>
                  <a:srgbClr val="B4B1CC"/>
                </a:solidFill>
                <a:latin typeface="Yu Gothic" pitchFamily="34" charset="0"/>
                <a:ea typeface="Yu Gothic" pitchFamily="34" charset="-122"/>
                <a:cs typeface="Yu Gothic" pitchFamily="34" charset="-120"/>
              </a:rPr>
              <a:t>ブランディング変更はファシリテーターのみ — 編集モードと同じゲート。</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0F22"/>
        </a:solidFill>
      </p:bgPr>
    </p:bg>
    <p:spTree>
      <p:nvGrpSpPr>
        <p:cNvPr id="1" name=""/>
        <p:cNvGrpSpPr/>
        <p:nvPr/>
      </p:nvGrpSpPr>
      <p:grpSpPr>
        <a:xfrm>
          <a:off x="0" y="0"/>
          <a:ext cx="0" cy="0"/>
          <a:chOff x="0" y="0"/>
          <a:chExt cx="0" cy="0"/>
        </a:xfrm>
      </p:grpSpPr>
      <p:sp>
        <p:nvSpPr>
          <p:cNvPr id="2" name="Text 0"/>
          <p:cNvSpPr/>
          <p:nvPr/>
        </p:nvSpPr>
        <p:spPr>
          <a:xfrm>
            <a:off x="640080" y="530352"/>
            <a:ext cx="7315200" cy="365760"/>
          </a:xfrm>
          <a:prstGeom prst="rect">
            <a:avLst/>
          </a:prstGeom>
          <a:noFill/>
          <a:ln/>
        </p:spPr>
        <p:txBody>
          <a:bodyPr wrap="square" lIns="0" tIns="0" rIns="0" bIns="0" rtlCol="0" anchor="ctr"/>
          <a:lstStyle/>
          <a:p>
            <a:pPr algn="l" indent="0" marL="0">
              <a:buNone/>
            </a:pPr>
            <a:r>
              <a:rPr lang="en-US" sz="1250" b="1" spc="200" kern="0" dirty="0">
                <a:solidFill>
                  <a:srgbClr val="A78BFA"/>
                </a:solidFill>
                <a:latin typeface="Yu Gothic" pitchFamily="34" charset="0"/>
                <a:ea typeface="Yu Gothic" pitchFamily="34" charset="-122"/>
                <a:cs typeface="Yu Gothic" pitchFamily="34" charset="-120"/>
              </a:rPr>
              <a:t>独自機能 04</a:t>
            </a:r>
            <a:endParaRPr lang="en-US" sz="1250" dirty="0"/>
          </a:p>
        </p:txBody>
      </p:sp>
      <p:sp>
        <p:nvSpPr>
          <p:cNvPr id="3" name="Text 1"/>
          <p:cNvSpPr/>
          <p:nvPr/>
        </p:nvSpPr>
        <p:spPr>
          <a:xfrm>
            <a:off x="640080" y="914400"/>
            <a:ext cx="11064240" cy="960120"/>
          </a:xfrm>
          <a:prstGeom prst="rect">
            <a:avLst/>
          </a:prstGeom>
          <a:noFill/>
          <a:ln/>
        </p:spPr>
        <p:txBody>
          <a:bodyPr wrap="square" lIns="0" tIns="0" rIns="0" bIns="0" rtlCol="0" anchor="t"/>
          <a:lstStyle/>
          <a:p>
            <a:pPr algn="l" indent="0" marL="0">
              <a:buNone/>
            </a:pPr>
            <a:r>
              <a:rPr lang="en-US" sz="3000" b="1" dirty="0">
                <a:solidFill>
                  <a:srgbClr val="ECECF5"/>
                </a:solidFill>
                <a:latin typeface="Yu Gothic" pitchFamily="34" charset="0"/>
                <a:ea typeface="Yu Gothic" pitchFamily="34" charset="-122"/>
                <a:cs typeface="Yu Gothic" pitchFamily="34" charset="-120"/>
              </a:rPr>
              <a:t>一度公開すれば — 全員に反映</a:t>
            </a:r>
            <a:endParaRPr lang="en-US" sz="3000" dirty="0"/>
          </a:p>
        </p:txBody>
      </p:sp>
      <p:sp>
        <p:nvSpPr>
          <p:cNvPr id="4" name="Shape 2"/>
          <p:cNvSpPr/>
          <p:nvPr/>
        </p:nvSpPr>
        <p:spPr>
          <a:xfrm>
            <a:off x="640080" y="2148840"/>
            <a:ext cx="2514600" cy="2880360"/>
          </a:xfrm>
          <a:prstGeom prst="roundRect">
            <a:avLst>
              <a:gd name="adj" fmla="val 4364"/>
            </a:avLst>
          </a:prstGeom>
          <a:solidFill>
            <a:srgbClr val="221C3F"/>
          </a:solidFill>
          <a:ln w="12700">
            <a:solidFill>
              <a:srgbClr val="3B3460"/>
            </a:solidFill>
            <a:prstDash val="solid"/>
          </a:ln>
        </p:spPr>
      </p:sp>
      <p:sp>
        <p:nvSpPr>
          <p:cNvPr id="5" name="Shape 3"/>
          <p:cNvSpPr/>
          <p:nvPr/>
        </p:nvSpPr>
        <p:spPr>
          <a:xfrm>
            <a:off x="914400" y="2441448"/>
            <a:ext cx="566928" cy="566928"/>
          </a:xfrm>
          <a:prstGeom prst="roundRect">
            <a:avLst>
              <a:gd name="adj" fmla="val 17742"/>
            </a:avLst>
          </a:prstGeom>
          <a:solidFill>
            <a:srgbClr val="A78BFA"/>
          </a:solidFill>
          <a:ln/>
        </p:spPr>
      </p:sp>
      <p:sp>
        <p:nvSpPr>
          <p:cNvPr id="6" name="Text 4"/>
          <p:cNvSpPr/>
          <p:nvPr/>
        </p:nvSpPr>
        <p:spPr>
          <a:xfrm>
            <a:off x="914400" y="24414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7" name="Text 5"/>
          <p:cNvSpPr/>
          <p:nvPr/>
        </p:nvSpPr>
        <p:spPr>
          <a:xfrm>
            <a:off x="914400" y="3209544"/>
            <a:ext cx="2057400" cy="548640"/>
          </a:xfrm>
          <a:prstGeom prst="rect">
            <a:avLst/>
          </a:prstGeom>
          <a:noFill/>
          <a:ln/>
        </p:spPr>
        <p:txBody>
          <a:bodyPr wrap="square" lIns="0" tIns="0" rIns="0" bIns="0" rtlCol="0" anchor="t"/>
          <a:lstStyle/>
          <a:p>
            <a:pPr indent="0" marL="0">
              <a:buNone/>
            </a:pPr>
            <a:r>
              <a:rPr lang="en-US" sz="1700" b="1" dirty="0">
                <a:solidFill>
                  <a:srgbClr val="ECECF5"/>
                </a:solidFill>
                <a:latin typeface="Yu Gothic" pitchFamily="34" charset="0"/>
                <a:ea typeface="Yu Gothic" pitchFamily="34" charset="-122"/>
                <a:cs typeface="Yu Gothic" pitchFamily="34" charset="-120"/>
              </a:rPr>
              <a:t>ローカルで設定</a:t>
            </a:r>
            <a:endParaRPr lang="en-US" sz="1700" dirty="0"/>
          </a:p>
        </p:txBody>
      </p:sp>
      <p:sp>
        <p:nvSpPr>
          <p:cNvPr id="8" name="Text 6"/>
          <p:cNvSpPr/>
          <p:nvPr/>
        </p:nvSpPr>
        <p:spPr>
          <a:xfrm>
            <a:off x="914400" y="3776472"/>
            <a:ext cx="2039112" cy="1005840"/>
          </a:xfrm>
          <a:prstGeom prst="rect">
            <a:avLst/>
          </a:prstGeom>
          <a:noFill/>
          <a:ln/>
        </p:spPr>
        <p:txBody>
          <a:bodyPr wrap="square" lIns="0" tIns="0" rIns="0" bIns="0" rtlCol="0" anchor="t"/>
          <a:lstStyle/>
          <a:p>
            <a:pPr indent="0" marL="0">
              <a:lnSpc>
                <a:spcPct val="107000"/>
              </a:lnSpc>
              <a:buNone/>
            </a:pPr>
            <a:r>
              <a:rPr lang="en-US" sz="1400" dirty="0">
                <a:solidFill>
                  <a:srgbClr val="B4B1CC"/>
                </a:solidFill>
                <a:latin typeface="Yu Gothic" pitchFamily="34" charset="0"/>
                <a:ea typeface="Yu Gothic" pitchFamily="34" charset="-122"/>
                <a:cs typeface="Yu Gothic" pitchFamily="34" charset="-120"/>
              </a:rPr>
              <a:t>メーカー ビューでブランディング設定とラボ編集。</a:t>
            </a:r>
            <a:endParaRPr lang="en-US" sz="1400" dirty="0"/>
          </a:p>
        </p:txBody>
      </p:sp>
      <p:sp>
        <p:nvSpPr>
          <p:cNvPr id="9" name="Text 7"/>
          <p:cNvSpPr/>
          <p:nvPr/>
        </p:nvSpPr>
        <p:spPr>
          <a:xfrm>
            <a:off x="3118104" y="3246120"/>
            <a:ext cx="384048" cy="548640"/>
          </a:xfrm>
          <a:prstGeom prst="rect">
            <a:avLst/>
          </a:prstGeom>
          <a:noFill/>
          <a:ln/>
        </p:spPr>
        <p:txBody>
          <a:bodyPr wrap="square" lIns="0" tIns="0" rIns="0" bIns="0" rtlCol="0" anchor="ctr"/>
          <a:lstStyle/>
          <a:p>
            <a:pPr algn="ctr" indent="0" marL="0">
              <a:buNone/>
            </a:pPr>
            <a:r>
              <a:rPr lang="en-US" sz="2400" b="1" dirty="0">
                <a:solidFill>
                  <a:srgbClr val="A78BFA"/>
                </a:solidFill>
                <a:latin typeface="Yu Gothic" pitchFamily="34" charset="0"/>
                <a:ea typeface="Yu Gothic" pitchFamily="34" charset="-122"/>
                <a:cs typeface="Yu Gothic" pitchFamily="34" charset="-120"/>
              </a:rPr>
              <a:t>→</a:t>
            </a:r>
            <a:endParaRPr lang="en-US" sz="2400" dirty="0"/>
          </a:p>
        </p:txBody>
      </p:sp>
      <p:sp>
        <p:nvSpPr>
          <p:cNvPr id="10" name="Shape 8"/>
          <p:cNvSpPr/>
          <p:nvPr/>
        </p:nvSpPr>
        <p:spPr>
          <a:xfrm>
            <a:off x="3493008" y="2148840"/>
            <a:ext cx="2514600" cy="2880360"/>
          </a:xfrm>
          <a:prstGeom prst="roundRect">
            <a:avLst>
              <a:gd name="adj" fmla="val 4364"/>
            </a:avLst>
          </a:prstGeom>
          <a:solidFill>
            <a:srgbClr val="221C3F"/>
          </a:solidFill>
          <a:ln w="12700">
            <a:solidFill>
              <a:srgbClr val="3B3460"/>
            </a:solidFill>
            <a:prstDash val="solid"/>
          </a:ln>
        </p:spPr>
      </p:sp>
      <p:sp>
        <p:nvSpPr>
          <p:cNvPr id="11" name="Shape 9"/>
          <p:cNvSpPr/>
          <p:nvPr/>
        </p:nvSpPr>
        <p:spPr>
          <a:xfrm>
            <a:off x="3767328" y="2441448"/>
            <a:ext cx="566928" cy="566928"/>
          </a:xfrm>
          <a:prstGeom prst="roundRect">
            <a:avLst>
              <a:gd name="adj" fmla="val 17742"/>
            </a:avLst>
          </a:prstGeom>
          <a:solidFill>
            <a:srgbClr val="A78BFA"/>
          </a:solidFill>
          <a:ln/>
        </p:spPr>
      </p:sp>
      <p:sp>
        <p:nvSpPr>
          <p:cNvPr id="12" name="Text 10"/>
          <p:cNvSpPr/>
          <p:nvPr/>
        </p:nvSpPr>
        <p:spPr>
          <a:xfrm>
            <a:off x="3767328" y="24414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3" name="Text 11"/>
          <p:cNvSpPr/>
          <p:nvPr/>
        </p:nvSpPr>
        <p:spPr>
          <a:xfrm>
            <a:off x="3767328" y="3209544"/>
            <a:ext cx="2057400" cy="548640"/>
          </a:xfrm>
          <a:prstGeom prst="rect">
            <a:avLst/>
          </a:prstGeom>
          <a:noFill/>
          <a:ln/>
        </p:spPr>
        <p:txBody>
          <a:bodyPr wrap="square" lIns="0" tIns="0" rIns="0" bIns="0" rtlCol="0" anchor="t"/>
          <a:lstStyle/>
          <a:p>
            <a:pPr indent="0" marL="0">
              <a:buNone/>
            </a:pPr>
            <a:r>
              <a:rPr lang="en-US" sz="1700" b="1" dirty="0">
                <a:solidFill>
                  <a:srgbClr val="ECECF5"/>
                </a:solidFill>
                <a:latin typeface="Yu Gothic" pitchFamily="34" charset="0"/>
                <a:ea typeface="Yu Gothic" pitchFamily="34" charset="-122"/>
                <a:cs typeface="Yu Gothic" pitchFamily="34" charset="-120"/>
              </a:rPr>
              <a:t>適用してコミット</a:t>
            </a:r>
            <a:endParaRPr lang="en-US" sz="1700" dirty="0"/>
          </a:p>
        </p:txBody>
      </p:sp>
      <p:sp>
        <p:nvSpPr>
          <p:cNvPr id="14" name="Text 12"/>
          <p:cNvSpPr/>
          <p:nvPr/>
        </p:nvSpPr>
        <p:spPr>
          <a:xfrm>
            <a:off x="3767328" y="3776472"/>
            <a:ext cx="2039112" cy="1005840"/>
          </a:xfrm>
          <a:prstGeom prst="rect">
            <a:avLst/>
          </a:prstGeom>
          <a:noFill/>
          <a:ln/>
        </p:spPr>
        <p:txBody>
          <a:bodyPr wrap="square" lIns="0" tIns="0" rIns="0" bIns="0" rtlCol="0" anchor="t"/>
          <a:lstStyle/>
          <a:p>
            <a:pPr indent="0" marL="0">
              <a:lnSpc>
                <a:spcPct val="107000"/>
              </a:lnSpc>
              <a:buNone/>
            </a:pPr>
            <a:r>
              <a:rPr lang="en-US" sz="1400" dirty="0">
                <a:solidFill>
                  <a:srgbClr val="B4B1CC"/>
                </a:solidFill>
                <a:latin typeface="Yu Gothic" pitchFamily="34" charset="0"/>
                <a:ea typeface="Yu Gothic" pitchFamily="34" charset="-122"/>
                <a:cs typeface="Yu Gothic" pitchFamily="34" charset="-120"/>
              </a:rPr>
              <a:t>ブランディングとコンテンツは branding.json + labs.json として配信。</a:t>
            </a:r>
            <a:endParaRPr lang="en-US" sz="1400" dirty="0"/>
          </a:p>
        </p:txBody>
      </p:sp>
      <p:sp>
        <p:nvSpPr>
          <p:cNvPr id="15" name="Text 13"/>
          <p:cNvSpPr/>
          <p:nvPr/>
        </p:nvSpPr>
        <p:spPr>
          <a:xfrm>
            <a:off x="5971032" y="3246120"/>
            <a:ext cx="384048" cy="548640"/>
          </a:xfrm>
          <a:prstGeom prst="rect">
            <a:avLst/>
          </a:prstGeom>
          <a:noFill/>
          <a:ln/>
        </p:spPr>
        <p:txBody>
          <a:bodyPr wrap="square" lIns="0" tIns="0" rIns="0" bIns="0" rtlCol="0" anchor="ctr"/>
          <a:lstStyle/>
          <a:p>
            <a:pPr algn="ctr" indent="0" marL="0">
              <a:buNone/>
            </a:pPr>
            <a:r>
              <a:rPr lang="en-US" sz="2400" b="1" dirty="0">
                <a:solidFill>
                  <a:srgbClr val="A78BFA"/>
                </a:solidFill>
                <a:latin typeface="Yu Gothic" pitchFamily="34" charset="0"/>
                <a:ea typeface="Yu Gothic" pitchFamily="34" charset="-122"/>
                <a:cs typeface="Yu Gothic" pitchFamily="34" charset="-120"/>
              </a:rPr>
              <a:t>→</a:t>
            </a:r>
            <a:endParaRPr lang="en-US" sz="2400" dirty="0"/>
          </a:p>
        </p:txBody>
      </p:sp>
      <p:sp>
        <p:nvSpPr>
          <p:cNvPr id="16" name="Shape 14"/>
          <p:cNvSpPr/>
          <p:nvPr/>
        </p:nvSpPr>
        <p:spPr>
          <a:xfrm>
            <a:off x="6345936" y="2148840"/>
            <a:ext cx="2514600" cy="2880360"/>
          </a:xfrm>
          <a:prstGeom prst="roundRect">
            <a:avLst>
              <a:gd name="adj" fmla="val 4364"/>
            </a:avLst>
          </a:prstGeom>
          <a:solidFill>
            <a:srgbClr val="221C3F"/>
          </a:solidFill>
          <a:ln w="12700">
            <a:solidFill>
              <a:srgbClr val="3B3460"/>
            </a:solidFill>
            <a:prstDash val="solid"/>
          </a:ln>
        </p:spPr>
      </p:sp>
      <p:sp>
        <p:nvSpPr>
          <p:cNvPr id="17" name="Shape 15"/>
          <p:cNvSpPr/>
          <p:nvPr/>
        </p:nvSpPr>
        <p:spPr>
          <a:xfrm>
            <a:off x="6620256" y="2441448"/>
            <a:ext cx="566928" cy="566928"/>
          </a:xfrm>
          <a:prstGeom prst="roundRect">
            <a:avLst>
              <a:gd name="adj" fmla="val 17742"/>
            </a:avLst>
          </a:prstGeom>
          <a:solidFill>
            <a:srgbClr val="A78BFA"/>
          </a:solidFill>
          <a:ln/>
        </p:spPr>
      </p:sp>
      <p:sp>
        <p:nvSpPr>
          <p:cNvPr id="18" name="Text 16"/>
          <p:cNvSpPr/>
          <p:nvPr/>
        </p:nvSpPr>
        <p:spPr>
          <a:xfrm>
            <a:off x="6620256" y="24414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9" name="Text 17"/>
          <p:cNvSpPr/>
          <p:nvPr/>
        </p:nvSpPr>
        <p:spPr>
          <a:xfrm>
            <a:off x="6620256" y="3209544"/>
            <a:ext cx="2057400" cy="548640"/>
          </a:xfrm>
          <a:prstGeom prst="rect">
            <a:avLst/>
          </a:prstGeom>
          <a:noFill/>
          <a:ln/>
        </p:spPr>
        <p:txBody>
          <a:bodyPr wrap="square" lIns="0" tIns="0" rIns="0" bIns="0" rtlCol="0" anchor="t"/>
          <a:lstStyle/>
          <a:p>
            <a:pPr indent="0" marL="0">
              <a:buNone/>
            </a:pPr>
            <a:r>
              <a:rPr lang="en-US" sz="1700" b="1" dirty="0">
                <a:solidFill>
                  <a:srgbClr val="ECECF5"/>
                </a:solidFill>
                <a:latin typeface="Yu Gothic" pitchFamily="34" charset="0"/>
                <a:ea typeface="Yu Gothic" pitchFamily="34" charset="-122"/>
                <a:cs typeface="Yu Gothic" pitchFamily="34" charset="-120"/>
              </a:rPr>
              <a:t>自動デプロイ</a:t>
            </a:r>
            <a:endParaRPr lang="en-US" sz="1700" dirty="0"/>
          </a:p>
        </p:txBody>
      </p:sp>
      <p:sp>
        <p:nvSpPr>
          <p:cNvPr id="20" name="Text 18"/>
          <p:cNvSpPr/>
          <p:nvPr/>
        </p:nvSpPr>
        <p:spPr>
          <a:xfrm>
            <a:off x="6620256" y="3776472"/>
            <a:ext cx="2039112" cy="1005840"/>
          </a:xfrm>
          <a:prstGeom prst="rect">
            <a:avLst/>
          </a:prstGeom>
          <a:noFill/>
          <a:ln/>
        </p:spPr>
        <p:txBody>
          <a:bodyPr wrap="square" lIns="0" tIns="0" rIns="0" bIns="0" rtlCol="0" anchor="t"/>
          <a:lstStyle/>
          <a:p>
            <a:pPr indent="0" marL="0">
              <a:lnSpc>
                <a:spcPct val="107000"/>
              </a:lnSpc>
              <a:buNone/>
            </a:pPr>
            <a:r>
              <a:rPr lang="en-US" sz="1400" dirty="0">
                <a:solidFill>
                  <a:srgbClr val="B4B1CC"/>
                </a:solidFill>
                <a:latin typeface="Yu Gothic" pitchFamily="34" charset="0"/>
                <a:ea typeface="Yu Gothic" pitchFamily="34" charset="-122"/>
                <a:cs typeface="Yu Gothic" pitchFamily="34" charset="-120"/>
              </a:rPr>
              <a:t>プッシュのたびに GitHub Actions がビルドして GitHub Pages に公開。</a:t>
            </a:r>
            <a:endParaRPr lang="en-US" sz="1400" dirty="0"/>
          </a:p>
        </p:txBody>
      </p:sp>
      <p:sp>
        <p:nvSpPr>
          <p:cNvPr id="21" name="Text 19"/>
          <p:cNvSpPr/>
          <p:nvPr/>
        </p:nvSpPr>
        <p:spPr>
          <a:xfrm>
            <a:off x="8823960" y="3246120"/>
            <a:ext cx="384048" cy="548640"/>
          </a:xfrm>
          <a:prstGeom prst="rect">
            <a:avLst/>
          </a:prstGeom>
          <a:noFill/>
          <a:ln/>
        </p:spPr>
        <p:txBody>
          <a:bodyPr wrap="square" lIns="0" tIns="0" rIns="0" bIns="0" rtlCol="0" anchor="ctr"/>
          <a:lstStyle/>
          <a:p>
            <a:pPr algn="ctr" indent="0" marL="0">
              <a:buNone/>
            </a:pPr>
            <a:r>
              <a:rPr lang="en-US" sz="2400" b="1" dirty="0">
                <a:solidFill>
                  <a:srgbClr val="A78BFA"/>
                </a:solidFill>
                <a:latin typeface="Yu Gothic" pitchFamily="34" charset="0"/>
                <a:ea typeface="Yu Gothic" pitchFamily="34" charset="-122"/>
                <a:cs typeface="Yu Gothic" pitchFamily="34" charset="-120"/>
              </a:rPr>
              <a:t>→</a:t>
            </a:r>
            <a:endParaRPr lang="en-US" sz="2400" dirty="0"/>
          </a:p>
        </p:txBody>
      </p:sp>
      <p:sp>
        <p:nvSpPr>
          <p:cNvPr id="22" name="Shape 20"/>
          <p:cNvSpPr/>
          <p:nvPr/>
        </p:nvSpPr>
        <p:spPr>
          <a:xfrm>
            <a:off x="9198864" y="2148840"/>
            <a:ext cx="2514600" cy="2880360"/>
          </a:xfrm>
          <a:prstGeom prst="roundRect">
            <a:avLst>
              <a:gd name="adj" fmla="val 4364"/>
            </a:avLst>
          </a:prstGeom>
          <a:solidFill>
            <a:srgbClr val="2B2450"/>
          </a:solidFill>
          <a:ln w="12700">
            <a:solidFill>
              <a:srgbClr val="3B3460"/>
            </a:solidFill>
            <a:prstDash val="solid"/>
          </a:ln>
        </p:spPr>
      </p:sp>
      <p:sp>
        <p:nvSpPr>
          <p:cNvPr id="23" name="Shape 21"/>
          <p:cNvSpPr/>
          <p:nvPr/>
        </p:nvSpPr>
        <p:spPr>
          <a:xfrm>
            <a:off x="9473184" y="2441448"/>
            <a:ext cx="566928" cy="566928"/>
          </a:xfrm>
          <a:prstGeom prst="roundRect">
            <a:avLst>
              <a:gd name="adj" fmla="val 17742"/>
            </a:avLst>
          </a:prstGeom>
          <a:solidFill>
            <a:srgbClr val="F472B6"/>
          </a:solidFill>
          <a:ln/>
        </p:spPr>
      </p:sp>
      <p:sp>
        <p:nvSpPr>
          <p:cNvPr id="24" name="Text 22"/>
          <p:cNvSpPr/>
          <p:nvPr/>
        </p:nvSpPr>
        <p:spPr>
          <a:xfrm>
            <a:off x="9473184" y="24414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5" name="Text 23"/>
          <p:cNvSpPr/>
          <p:nvPr/>
        </p:nvSpPr>
        <p:spPr>
          <a:xfrm>
            <a:off x="9473184" y="3209544"/>
            <a:ext cx="2057400" cy="548640"/>
          </a:xfrm>
          <a:prstGeom prst="rect">
            <a:avLst/>
          </a:prstGeom>
          <a:noFill/>
          <a:ln/>
        </p:spPr>
        <p:txBody>
          <a:bodyPr wrap="square" lIns="0" tIns="0" rIns="0" bIns="0" rtlCol="0" anchor="t"/>
          <a:lstStyle/>
          <a:p>
            <a:pPr indent="0" marL="0">
              <a:buNone/>
            </a:pPr>
            <a:r>
              <a:rPr lang="en-US" sz="1700" b="1" dirty="0">
                <a:solidFill>
                  <a:srgbClr val="ECECF5"/>
                </a:solidFill>
                <a:latin typeface="Yu Gothic" pitchFamily="34" charset="0"/>
                <a:ea typeface="Yu Gothic" pitchFamily="34" charset="-122"/>
                <a:cs typeface="Yu Gothic" pitchFamily="34" charset="-120"/>
              </a:rPr>
              <a:t>全員が閲覧</a:t>
            </a:r>
            <a:endParaRPr lang="en-US" sz="1700" dirty="0"/>
          </a:p>
        </p:txBody>
      </p:sp>
      <p:sp>
        <p:nvSpPr>
          <p:cNvPr id="26" name="Text 24"/>
          <p:cNvSpPr/>
          <p:nvPr/>
        </p:nvSpPr>
        <p:spPr>
          <a:xfrm>
            <a:off x="9473184" y="3776472"/>
            <a:ext cx="2039112" cy="1005840"/>
          </a:xfrm>
          <a:prstGeom prst="rect">
            <a:avLst/>
          </a:prstGeom>
          <a:noFill/>
          <a:ln/>
        </p:spPr>
        <p:txBody>
          <a:bodyPr wrap="square" lIns="0" tIns="0" rIns="0" bIns="0" rtlCol="0" anchor="t"/>
          <a:lstStyle/>
          <a:p>
            <a:pPr indent="0" marL="0">
              <a:lnSpc>
                <a:spcPct val="107000"/>
              </a:lnSpc>
              <a:buNone/>
            </a:pPr>
            <a:r>
              <a:rPr lang="en-US" sz="1400" dirty="0">
                <a:solidFill>
                  <a:srgbClr val="B4B1CC"/>
                </a:solidFill>
                <a:latin typeface="Yu Gothic" pitchFamily="34" charset="0"/>
                <a:ea typeface="Yu Gothic" pitchFamily="34" charset="-122"/>
                <a:cs typeface="Yu Gothic" pitchFamily="34" charset="-120"/>
              </a:rPr>
              <a:t>参加者はライブ URL を開くだけ — 同じ内容・同じブランド。</a:t>
            </a:r>
            <a:endParaRPr lang="en-US" sz="1400" dirty="0"/>
          </a:p>
        </p:txBody>
      </p:sp>
      <p:sp>
        <p:nvSpPr>
          <p:cNvPr id="27" name="Text 25"/>
          <p:cNvSpPr/>
          <p:nvPr/>
        </p:nvSpPr>
        <p:spPr>
          <a:xfrm>
            <a:off x="640080" y="5440680"/>
            <a:ext cx="10972800" cy="548640"/>
          </a:xfrm>
          <a:prstGeom prst="rect">
            <a:avLst/>
          </a:prstGeom>
          <a:noFill/>
          <a:ln/>
        </p:spPr>
        <p:txBody>
          <a:bodyPr wrap="square" rtlCol="0" anchor="t"/>
          <a:lstStyle/>
          <a:p>
            <a:pPr algn="l" indent="0" marL="0">
              <a:buNone/>
            </a:pPr>
            <a:r>
              <a:rPr lang="en-US" sz="1600" i="1" dirty="0">
                <a:solidFill>
                  <a:srgbClr val="B4B1CC"/>
                </a:solidFill>
                <a:latin typeface="Yu Gothic" pitchFamily="34" charset="0"/>
                <a:ea typeface="Yu Gothic" pitchFamily="34" charset="-122"/>
                <a:cs typeface="Yu Gothic" pitchFamily="34" charset="-120"/>
              </a:rPr>
              <a:t>ユーザーごとの設定は不要。公開ファイルがすべての訪問者にとって唯一の信頼できる情報源です。</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81334"/>
        </a:solidFill>
      </p:bgPr>
    </p:bg>
    <p:spTree>
      <p:nvGrpSpPr>
        <p:cNvPr id="1" name=""/>
        <p:cNvGrpSpPr/>
        <p:nvPr/>
      </p:nvGrpSpPr>
      <p:grpSpPr>
        <a:xfrm>
          <a:off x="0" y="0"/>
          <a:ext cx="0" cy="0"/>
          <a:chOff x="0" y="0"/>
          <a:chExt cx="0" cy="0"/>
        </a:xfrm>
      </p:grpSpPr>
      <p:pic>
        <p:nvPicPr>
          <p:cNvPr id="2" name="Image 0" descr="C:\D365DEMO\__Projects\Agent JumpStart 2\promo\img\jumpstart-japanese.png">    </p:cNvPr>
          <p:cNvPicPr>
            <a:picLocks noChangeAspect="1"/>
          </p:cNvPicPr>
          <p:nvPr/>
        </p:nvPicPr>
        <p:blipFill>
          <a:blip r:embed="rId1"/>
          <a:stretch>
            <a:fillRect/>
          </a:stretch>
        </p:blipFill>
        <p:spPr>
          <a:xfrm>
            <a:off x="685800" y="566928"/>
            <a:ext cx="3813048" cy="5724144"/>
          </a:xfrm>
          <a:prstGeom prst="rect">
            <a:avLst/>
          </a:prstGeom>
        </p:spPr>
      </p:pic>
      <p:sp>
        <p:nvSpPr>
          <p:cNvPr id="3" name="Shape 0"/>
          <p:cNvSpPr/>
          <p:nvPr/>
        </p:nvSpPr>
        <p:spPr>
          <a:xfrm>
            <a:off x="685800" y="566928"/>
            <a:ext cx="3813048" cy="5724144"/>
          </a:xfrm>
          <a:prstGeom prst="roundRect">
            <a:avLst>
              <a:gd name="adj" fmla="val 1439"/>
            </a:avLst>
          </a:prstGeom>
          <a:ln w="15875">
            <a:solidFill>
              <a:srgbClr val="3B3460"/>
            </a:solidFill>
            <a:prstDash val="solid"/>
          </a:ln>
        </p:spPr>
      </p:sp>
      <p:sp>
        <p:nvSpPr>
          <p:cNvPr id="4" name="Text 1"/>
          <p:cNvSpPr/>
          <p:nvPr/>
        </p:nvSpPr>
        <p:spPr>
          <a:xfrm>
            <a:off x="5029200" y="548640"/>
            <a:ext cx="7315200" cy="365760"/>
          </a:xfrm>
          <a:prstGeom prst="rect">
            <a:avLst/>
          </a:prstGeom>
          <a:noFill/>
          <a:ln/>
        </p:spPr>
        <p:txBody>
          <a:bodyPr wrap="square" lIns="0" tIns="0" rIns="0" bIns="0" rtlCol="0" anchor="ctr"/>
          <a:lstStyle/>
          <a:p>
            <a:pPr algn="l" indent="0" marL="0">
              <a:buNone/>
            </a:pPr>
            <a:r>
              <a:rPr lang="en-US" sz="1250" b="1" spc="200" kern="0" dirty="0">
                <a:solidFill>
                  <a:srgbClr val="A78BFA"/>
                </a:solidFill>
                <a:latin typeface="Yu Gothic" pitchFamily="34" charset="0"/>
                <a:ea typeface="Yu Gothic" pitchFamily="34" charset="-122"/>
                <a:cs typeface="Yu Gothic" pitchFamily="34" charset="-120"/>
              </a:rPr>
              <a:t>⚡ JumpStart V2</a:t>
            </a:r>
            <a:endParaRPr lang="en-US" sz="1250" dirty="0"/>
          </a:p>
        </p:txBody>
      </p:sp>
      <p:sp>
        <p:nvSpPr>
          <p:cNvPr id="5" name="Text 2"/>
          <p:cNvSpPr/>
          <p:nvPr/>
        </p:nvSpPr>
        <p:spPr>
          <a:xfrm>
            <a:off x="5029200" y="960120"/>
            <a:ext cx="6583680" cy="960120"/>
          </a:xfrm>
          <a:prstGeom prst="rect">
            <a:avLst/>
          </a:prstGeom>
          <a:noFill/>
          <a:ln/>
        </p:spPr>
        <p:txBody>
          <a:bodyPr wrap="square" lIns="0" tIns="0" rIns="0" bIns="0" rtlCol="0" anchor="t"/>
          <a:lstStyle/>
          <a:p>
            <a:pPr algn="l" indent="0" marL="0">
              <a:buNone/>
            </a:pPr>
            <a:r>
              <a:rPr lang="en-US" sz="3200" b="1" dirty="0">
                <a:solidFill>
                  <a:srgbClr val="ECECF5"/>
                </a:solidFill>
                <a:latin typeface="Yu Gothic" pitchFamily="34" charset="0"/>
                <a:ea typeface="Yu Gothic" pitchFamily="34" charset="-122"/>
                <a:cs typeface="Yu Gothic" pitchFamily="34" charset="-120"/>
              </a:rPr>
              <a:t>ラボからインパクトへ</a:t>
            </a:r>
            <a:endParaRPr lang="en-US" sz="3200" dirty="0"/>
          </a:p>
        </p:txBody>
      </p:sp>
      <p:sp>
        <p:nvSpPr>
          <p:cNvPr id="6" name="Shape 3"/>
          <p:cNvSpPr/>
          <p:nvPr/>
        </p:nvSpPr>
        <p:spPr>
          <a:xfrm>
            <a:off x="5029200" y="1965960"/>
            <a:ext cx="640080" cy="640080"/>
          </a:xfrm>
          <a:prstGeom prst="roundRect">
            <a:avLst>
              <a:gd name="adj" fmla="val 18571"/>
            </a:avLst>
          </a:prstGeom>
          <a:solidFill>
            <a:srgbClr val="221C3F"/>
          </a:solidFill>
          <a:ln w="12700">
            <a:solidFill>
              <a:srgbClr val="3B3460"/>
            </a:solidFill>
            <a:prstDash val="solid"/>
          </a:ln>
        </p:spPr>
      </p:sp>
      <p:sp>
        <p:nvSpPr>
          <p:cNvPr id="7" name="Text 4"/>
          <p:cNvSpPr/>
          <p:nvPr/>
        </p:nvSpPr>
        <p:spPr>
          <a:xfrm>
            <a:off x="5029200" y="196596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8" name="Text 5"/>
          <p:cNvSpPr/>
          <p:nvPr/>
        </p:nvSpPr>
        <p:spPr>
          <a:xfrm>
            <a:off x="5852160" y="1947672"/>
            <a:ext cx="5852160" cy="384048"/>
          </a:xfrm>
          <a:prstGeom prst="rect">
            <a:avLst/>
          </a:prstGeom>
          <a:noFill/>
          <a:ln/>
        </p:spPr>
        <p:txBody>
          <a:bodyPr wrap="square" lIns="0" tIns="0" rIns="0" bIns="0" rtlCol="0" anchor="t"/>
          <a:lstStyle/>
          <a:p>
            <a:pPr indent="0" marL="0">
              <a:buNone/>
            </a:pPr>
            <a:r>
              <a:rPr lang="en-US" sz="1700" b="1" dirty="0">
                <a:solidFill>
                  <a:srgbClr val="ECECF5"/>
                </a:solidFill>
                <a:latin typeface="Yu Gothic" pitchFamily="34" charset="0"/>
                <a:ea typeface="Yu Gothic" pitchFamily="34" charset="-122"/>
                <a:cs typeface="Yu Gothic" pitchFamily="34" charset="-120"/>
              </a:rPr>
              <a:t>ファストスタート</a:t>
            </a:r>
            <a:endParaRPr lang="en-US" sz="1700" dirty="0"/>
          </a:p>
        </p:txBody>
      </p:sp>
      <p:sp>
        <p:nvSpPr>
          <p:cNvPr id="9" name="Text 6"/>
          <p:cNvSpPr/>
          <p:nvPr/>
        </p:nvSpPr>
        <p:spPr>
          <a:xfrm>
            <a:off x="5852160" y="2331720"/>
            <a:ext cx="5943600" cy="502920"/>
          </a:xfrm>
          <a:prstGeom prst="rect">
            <a:avLst/>
          </a:prstGeom>
          <a:noFill/>
          <a:ln/>
        </p:spPr>
        <p:txBody>
          <a:bodyPr wrap="square" lIns="0" tIns="0" rIns="0" bIns="0" rtlCol="0" anchor="t"/>
          <a:lstStyle/>
          <a:p>
            <a:pPr indent="0" marL="0">
              <a:lnSpc>
                <a:spcPct val="104000"/>
              </a:lnSpc>
              <a:buNone/>
            </a:pPr>
            <a:r>
              <a:rPr lang="en-US" sz="1350" dirty="0">
                <a:solidFill>
                  <a:srgbClr val="B4B1CC"/>
                </a:solidFill>
                <a:latin typeface="Yu Gothic" pitchFamily="34" charset="0"/>
                <a:ea typeface="Yu Gothic" pitchFamily="34" charset="-122"/>
                <a:cs typeface="Yu Gothic" pitchFamily="34" charset="-120"/>
              </a:rPr>
              <a:t>リンク 1 つで開始 — インストールも設定も不要。</a:t>
            </a:r>
            <a:endParaRPr lang="en-US" sz="1350" dirty="0"/>
          </a:p>
        </p:txBody>
      </p:sp>
      <p:sp>
        <p:nvSpPr>
          <p:cNvPr id="10" name="Shape 7"/>
          <p:cNvSpPr/>
          <p:nvPr/>
        </p:nvSpPr>
        <p:spPr>
          <a:xfrm>
            <a:off x="5029200" y="2862072"/>
            <a:ext cx="640080" cy="640080"/>
          </a:xfrm>
          <a:prstGeom prst="roundRect">
            <a:avLst>
              <a:gd name="adj" fmla="val 18571"/>
            </a:avLst>
          </a:prstGeom>
          <a:solidFill>
            <a:srgbClr val="221C3F"/>
          </a:solidFill>
          <a:ln w="12700">
            <a:solidFill>
              <a:srgbClr val="3B3460"/>
            </a:solidFill>
            <a:prstDash val="solid"/>
          </a:ln>
        </p:spPr>
      </p:sp>
      <p:sp>
        <p:nvSpPr>
          <p:cNvPr id="11" name="Text 8"/>
          <p:cNvSpPr/>
          <p:nvPr/>
        </p:nvSpPr>
        <p:spPr>
          <a:xfrm>
            <a:off x="5029200" y="2862072"/>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2" name="Text 9"/>
          <p:cNvSpPr/>
          <p:nvPr/>
        </p:nvSpPr>
        <p:spPr>
          <a:xfrm>
            <a:off x="5852160" y="2843784"/>
            <a:ext cx="5852160" cy="384048"/>
          </a:xfrm>
          <a:prstGeom prst="rect">
            <a:avLst/>
          </a:prstGeom>
          <a:noFill/>
          <a:ln/>
        </p:spPr>
        <p:txBody>
          <a:bodyPr wrap="square" lIns="0" tIns="0" rIns="0" bIns="0" rtlCol="0" anchor="t"/>
          <a:lstStyle/>
          <a:p>
            <a:pPr indent="0" marL="0">
              <a:buNone/>
            </a:pPr>
            <a:r>
              <a:rPr lang="en-US" sz="1700" b="1" dirty="0">
                <a:solidFill>
                  <a:srgbClr val="ECECF5"/>
                </a:solidFill>
                <a:latin typeface="Yu Gothic" pitchFamily="34" charset="0"/>
                <a:ea typeface="Yu Gothic" pitchFamily="34" charset="-122"/>
                <a:cs typeface="Yu Gothic" pitchFamily="34" charset="-120"/>
              </a:rPr>
              <a:t>セルフサービス &amp; 自分のペース</a:t>
            </a:r>
            <a:endParaRPr lang="en-US" sz="1700" dirty="0"/>
          </a:p>
        </p:txBody>
      </p:sp>
      <p:sp>
        <p:nvSpPr>
          <p:cNvPr id="13" name="Text 10"/>
          <p:cNvSpPr/>
          <p:nvPr/>
        </p:nvSpPr>
        <p:spPr>
          <a:xfrm>
            <a:off x="5852160" y="3227832"/>
            <a:ext cx="5943600" cy="502920"/>
          </a:xfrm>
          <a:prstGeom prst="rect">
            <a:avLst/>
          </a:prstGeom>
          <a:noFill/>
          <a:ln/>
        </p:spPr>
        <p:txBody>
          <a:bodyPr wrap="square" lIns="0" tIns="0" rIns="0" bIns="0" rtlCol="0" anchor="t"/>
          <a:lstStyle/>
          <a:p>
            <a:pPr indent="0" marL="0">
              <a:lnSpc>
                <a:spcPct val="104000"/>
              </a:lnSpc>
              <a:buNone/>
            </a:pPr>
            <a:r>
              <a:rPr lang="en-US" sz="1350" dirty="0">
                <a:solidFill>
                  <a:srgbClr val="B4B1CC"/>
                </a:solidFill>
                <a:latin typeface="Yu Gothic" pitchFamily="34" charset="0"/>
                <a:ea typeface="Yu Gothic" pitchFamily="34" charset="-122"/>
                <a:cs typeface="Yu Gothic" pitchFamily="34" charset="-120"/>
              </a:rPr>
              <a:t>参加者が自ら進め、あなたはファシリテート。</a:t>
            </a:r>
            <a:endParaRPr lang="en-US" sz="1350" dirty="0"/>
          </a:p>
        </p:txBody>
      </p:sp>
      <p:sp>
        <p:nvSpPr>
          <p:cNvPr id="14" name="Shape 11"/>
          <p:cNvSpPr/>
          <p:nvPr/>
        </p:nvSpPr>
        <p:spPr>
          <a:xfrm>
            <a:off x="5029200" y="3758184"/>
            <a:ext cx="640080" cy="640080"/>
          </a:xfrm>
          <a:prstGeom prst="roundRect">
            <a:avLst>
              <a:gd name="adj" fmla="val 18571"/>
            </a:avLst>
          </a:prstGeom>
          <a:solidFill>
            <a:srgbClr val="221C3F"/>
          </a:solidFill>
          <a:ln w="12700">
            <a:solidFill>
              <a:srgbClr val="3B3460"/>
            </a:solidFill>
            <a:prstDash val="solid"/>
          </a:ln>
        </p:spPr>
      </p:sp>
      <p:sp>
        <p:nvSpPr>
          <p:cNvPr id="15" name="Text 12"/>
          <p:cNvSpPr/>
          <p:nvPr/>
        </p:nvSpPr>
        <p:spPr>
          <a:xfrm>
            <a:off x="5029200" y="3758184"/>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6" name="Text 13"/>
          <p:cNvSpPr/>
          <p:nvPr/>
        </p:nvSpPr>
        <p:spPr>
          <a:xfrm>
            <a:off x="5852160" y="3739896"/>
            <a:ext cx="5852160" cy="384048"/>
          </a:xfrm>
          <a:prstGeom prst="rect">
            <a:avLst/>
          </a:prstGeom>
          <a:noFill/>
          <a:ln/>
        </p:spPr>
        <p:txBody>
          <a:bodyPr wrap="square" lIns="0" tIns="0" rIns="0" bIns="0" rtlCol="0" anchor="t"/>
          <a:lstStyle/>
          <a:p>
            <a:pPr indent="0" marL="0">
              <a:buNone/>
            </a:pPr>
            <a:r>
              <a:rPr lang="en-US" sz="1700" b="1" dirty="0">
                <a:solidFill>
                  <a:srgbClr val="ECECF5"/>
                </a:solidFill>
                <a:latin typeface="Yu Gothic" pitchFamily="34" charset="0"/>
                <a:ea typeface="Yu Gothic" pitchFamily="34" charset="-122"/>
                <a:cs typeface="Yu Gothic" pitchFamily="34" charset="-120"/>
              </a:rPr>
              <a:t>コピーして構築</a:t>
            </a:r>
            <a:endParaRPr lang="en-US" sz="1700" dirty="0"/>
          </a:p>
        </p:txBody>
      </p:sp>
      <p:sp>
        <p:nvSpPr>
          <p:cNvPr id="17" name="Text 14"/>
          <p:cNvSpPr/>
          <p:nvPr/>
        </p:nvSpPr>
        <p:spPr>
          <a:xfrm>
            <a:off x="5852160" y="4123944"/>
            <a:ext cx="5943600" cy="502920"/>
          </a:xfrm>
          <a:prstGeom prst="rect">
            <a:avLst/>
          </a:prstGeom>
          <a:noFill/>
          <a:ln/>
        </p:spPr>
        <p:txBody>
          <a:bodyPr wrap="square" lIns="0" tIns="0" rIns="0" bIns="0" rtlCol="0" anchor="t"/>
          <a:lstStyle/>
          <a:p>
            <a:pPr indent="0" marL="0">
              <a:lnSpc>
                <a:spcPct val="104000"/>
              </a:lnSpc>
              <a:buNone/>
            </a:pPr>
            <a:r>
              <a:rPr lang="en-US" sz="1350" dirty="0">
                <a:solidFill>
                  <a:srgbClr val="B4B1CC"/>
                </a:solidFill>
                <a:latin typeface="Yu Gothic" pitchFamily="34" charset="0"/>
                <a:ea typeface="Yu Gothic" pitchFamily="34" charset="-122"/>
                <a:cs typeface="Yu Gothic" pitchFamily="34" charset="-120"/>
              </a:rPr>
              <a:t>コピーできるプロンプトで、各ステップを本物の Agent に。</a:t>
            </a:r>
            <a:endParaRPr lang="en-US" sz="1350" dirty="0"/>
          </a:p>
        </p:txBody>
      </p:sp>
      <p:sp>
        <p:nvSpPr>
          <p:cNvPr id="18" name="Shape 15"/>
          <p:cNvSpPr/>
          <p:nvPr/>
        </p:nvSpPr>
        <p:spPr>
          <a:xfrm>
            <a:off x="5029200" y="4654296"/>
            <a:ext cx="640080" cy="640080"/>
          </a:xfrm>
          <a:prstGeom prst="roundRect">
            <a:avLst>
              <a:gd name="adj" fmla="val 18571"/>
            </a:avLst>
          </a:prstGeom>
          <a:solidFill>
            <a:srgbClr val="221C3F"/>
          </a:solidFill>
          <a:ln w="12700">
            <a:solidFill>
              <a:srgbClr val="3B3460"/>
            </a:solidFill>
            <a:prstDash val="solid"/>
          </a:ln>
        </p:spPr>
      </p:sp>
      <p:sp>
        <p:nvSpPr>
          <p:cNvPr id="19" name="Text 16"/>
          <p:cNvSpPr/>
          <p:nvPr/>
        </p:nvSpPr>
        <p:spPr>
          <a:xfrm>
            <a:off x="5029200" y="4654296"/>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0" name="Text 17"/>
          <p:cNvSpPr/>
          <p:nvPr/>
        </p:nvSpPr>
        <p:spPr>
          <a:xfrm>
            <a:off x="5852160" y="4636008"/>
            <a:ext cx="5852160" cy="384048"/>
          </a:xfrm>
          <a:prstGeom prst="rect">
            <a:avLst/>
          </a:prstGeom>
          <a:noFill/>
          <a:ln/>
        </p:spPr>
        <p:txBody>
          <a:bodyPr wrap="square" lIns="0" tIns="0" rIns="0" bIns="0" rtlCol="0" anchor="t"/>
          <a:lstStyle/>
          <a:p>
            <a:pPr indent="0" marL="0">
              <a:buNone/>
            </a:pPr>
            <a:r>
              <a:rPr lang="en-US" sz="1700" b="1" dirty="0">
                <a:solidFill>
                  <a:srgbClr val="ECECF5"/>
                </a:solidFill>
                <a:latin typeface="Yu Gothic" pitchFamily="34" charset="0"/>
                <a:ea typeface="Yu Gothic" pitchFamily="34" charset="-122"/>
                <a:cs typeface="Yu Gothic" pitchFamily="34" charset="-120"/>
              </a:rPr>
              <a:t>多言語対応</a:t>
            </a:r>
            <a:endParaRPr lang="en-US" sz="1700" dirty="0"/>
          </a:p>
        </p:txBody>
      </p:sp>
      <p:sp>
        <p:nvSpPr>
          <p:cNvPr id="21" name="Text 18"/>
          <p:cNvSpPr/>
          <p:nvPr/>
        </p:nvSpPr>
        <p:spPr>
          <a:xfrm>
            <a:off x="5852160" y="5020056"/>
            <a:ext cx="5943600" cy="502920"/>
          </a:xfrm>
          <a:prstGeom prst="rect">
            <a:avLst/>
          </a:prstGeom>
          <a:noFill/>
          <a:ln/>
        </p:spPr>
        <p:txBody>
          <a:bodyPr wrap="square" lIns="0" tIns="0" rIns="0" bIns="0" rtlCol="0" anchor="t"/>
          <a:lstStyle/>
          <a:p>
            <a:pPr indent="0" marL="0">
              <a:lnSpc>
                <a:spcPct val="104000"/>
              </a:lnSpc>
              <a:buNone/>
            </a:pPr>
            <a:r>
              <a:rPr lang="en-US" sz="1350" dirty="0">
                <a:solidFill>
                  <a:srgbClr val="B4B1CC"/>
                </a:solidFill>
                <a:latin typeface="Yu Gothic" pitchFamily="34" charset="0"/>
                <a:ea typeface="Yu Gothic" pitchFamily="34" charset="-122"/>
                <a:cs typeface="Yu Gothic" pitchFamily="34" charset="-120"/>
              </a:rPr>
              <a:t>8 言語、共有リンク 1 つ。</a:t>
            </a:r>
            <a:endParaRPr lang="en-US" sz="1350" dirty="0"/>
          </a:p>
        </p:txBody>
      </p:sp>
      <p:sp>
        <p:nvSpPr>
          <p:cNvPr id="22" name="Shape 19"/>
          <p:cNvSpPr/>
          <p:nvPr/>
        </p:nvSpPr>
        <p:spPr>
          <a:xfrm>
            <a:off x="5029200" y="5550408"/>
            <a:ext cx="640080" cy="640080"/>
          </a:xfrm>
          <a:prstGeom prst="roundRect">
            <a:avLst>
              <a:gd name="adj" fmla="val 18571"/>
            </a:avLst>
          </a:prstGeom>
          <a:solidFill>
            <a:srgbClr val="A78BFA"/>
          </a:solidFill>
          <a:ln w="12700">
            <a:solidFill>
              <a:srgbClr val="3B3460"/>
            </a:solidFill>
            <a:prstDash val="solid"/>
          </a:ln>
        </p:spPr>
      </p:sp>
      <p:sp>
        <p:nvSpPr>
          <p:cNvPr id="23" name="Text 20"/>
          <p:cNvSpPr/>
          <p:nvPr/>
        </p:nvSpPr>
        <p:spPr>
          <a:xfrm>
            <a:off x="5029200" y="5550408"/>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4" name="Text 21"/>
          <p:cNvSpPr/>
          <p:nvPr/>
        </p:nvSpPr>
        <p:spPr>
          <a:xfrm>
            <a:off x="5852160" y="5532120"/>
            <a:ext cx="5852160" cy="384048"/>
          </a:xfrm>
          <a:prstGeom prst="rect">
            <a:avLst/>
          </a:prstGeom>
          <a:noFill/>
          <a:ln/>
        </p:spPr>
        <p:txBody>
          <a:bodyPr wrap="square" lIns="0" tIns="0" rIns="0" bIns="0" rtlCol="0" anchor="t"/>
          <a:lstStyle/>
          <a:p>
            <a:pPr indent="0" marL="0">
              <a:buNone/>
            </a:pPr>
            <a:r>
              <a:rPr lang="en-US" sz="1700" b="1" dirty="0">
                <a:solidFill>
                  <a:srgbClr val="ECECF5"/>
                </a:solidFill>
                <a:latin typeface="Yu Gothic" pitchFamily="34" charset="0"/>
                <a:ea typeface="Yu Gothic" pitchFamily="34" charset="-122"/>
                <a:cs typeface="Yu Gothic" pitchFamily="34" charset="-120"/>
              </a:rPr>
              <a:t>ラボからインパクトへ</a:t>
            </a:r>
            <a:endParaRPr lang="en-US" sz="1700" dirty="0"/>
          </a:p>
        </p:txBody>
      </p:sp>
      <p:sp>
        <p:nvSpPr>
          <p:cNvPr id="25" name="Text 22"/>
          <p:cNvSpPr/>
          <p:nvPr/>
        </p:nvSpPr>
        <p:spPr>
          <a:xfrm>
            <a:off x="5852160" y="5916168"/>
            <a:ext cx="5943600" cy="502920"/>
          </a:xfrm>
          <a:prstGeom prst="rect">
            <a:avLst/>
          </a:prstGeom>
          <a:noFill/>
          <a:ln/>
        </p:spPr>
        <p:txBody>
          <a:bodyPr wrap="square" lIns="0" tIns="0" rIns="0" bIns="0" rtlCol="0" anchor="t"/>
          <a:lstStyle/>
          <a:p>
            <a:pPr indent="0" marL="0">
              <a:lnSpc>
                <a:spcPct val="104000"/>
              </a:lnSpc>
              <a:buNone/>
            </a:pPr>
            <a:r>
              <a:rPr lang="en-US" sz="1350" dirty="0">
                <a:solidFill>
                  <a:srgbClr val="B4B1CC"/>
                </a:solidFill>
                <a:latin typeface="Yu Gothic" pitchFamily="34" charset="0"/>
                <a:ea typeface="Yu Gothic" pitchFamily="34" charset="-122"/>
                <a:cs typeface="Yu Gothic" pitchFamily="34" charset="-120"/>
              </a:rPr>
              <a:t>実際のビジネス価値を生む Agent を、素早く届ける。</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0F22"/>
        </a:solidFill>
      </p:bgPr>
    </p:bg>
    <p:spTree>
      <p:nvGrpSpPr>
        <p:cNvPr id="1" name=""/>
        <p:cNvGrpSpPr/>
        <p:nvPr/>
      </p:nvGrpSpPr>
      <p:grpSpPr>
        <a:xfrm>
          <a:off x="0" y="0"/>
          <a:ext cx="0" cy="0"/>
          <a:chOff x="0" y="0"/>
          <a:chExt cx="0" cy="0"/>
        </a:xfrm>
      </p:grpSpPr>
      <p:sp>
        <p:nvSpPr>
          <p:cNvPr id="2" name="Shape 0"/>
          <p:cNvSpPr/>
          <p:nvPr/>
        </p:nvSpPr>
        <p:spPr>
          <a:xfrm>
            <a:off x="-2194560" y="-2743200"/>
            <a:ext cx="6858000" cy="6858000"/>
          </a:xfrm>
          <a:prstGeom prst="ellipse">
            <a:avLst/>
          </a:prstGeom>
          <a:solidFill>
            <a:srgbClr val="7C3AED">
              <a:alpha val="22000"/>
            </a:srgbClr>
          </a:solidFill>
          <a:ln/>
        </p:spPr>
      </p:sp>
      <p:sp>
        <p:nvSpPr>
          <p:cNvPr id="3" name="Shape 1"/>
          <p:cNvSpPr/>
          <p:nvPr/>
        </p:nvSpPr>
        <p:spPr>
          <a:xfrm>
            <a:off x="8412480" y="4023360"/>
            <a:ext cx="6400800" cy="6400800"/>
          </a:xfrm>
          <a:prstGeom prst="ellipse">
            <a:avLst/>
          </a:prstGeom>
          <a:solidFill>
            <a:srgbClr val="EC4899">
              <a:alpha val="18000"/>
            </a:srgbClr>
          </a:solidFill>
          <a:ln/>
        </p:spPr>
      </p:sp>
      <p:sp>
        <p:nvSpPr>
          <p:cNvPr id="4" name="Text 2"/>
          <p:cNvSpPr/>
          <p:nvPr/>
        </p:nvSpPr>
        <p:spPr>
          <a:xfrm>
            <a:off x="640080" y="566928"/>
            <a:ext cx="6400800" cy="365760"/>
          </a:xfrm>
          <a:prstGeom prst="rect">
            <a:avLst/>
          </a:prstGeom>
          <a:noFill/>
          <a:ln/>
        </p:spPr>
        <p:txBody>
          <a:bodyPr wrap="square" rtlCol="0" anchor="ctr"/>
          <a:lstStyle/>
          <a:p>
            <a:pPr algn="l" indent="0" marL="0">
              <a:buNone/>
            </a:pPr>
            <a:r>
              <a:rPr lang="en-US" sz="1200" b="1" dirty="0">
                <a:solidFill>
                  <a:srgbClr val="F472B6"/>
                </a:solidFill>
                <a:latin typeface="Yu Gothic" pitchFamily="34" charset="0"/>
                <a:ea typeface="Yu Gothic" pitchFamily="34" charset="-122"/>
                <a:cs typeface="Yu Gothic" pitchFamily="34" charset="-120"/>
              </a:rPr>
              <a:t>● </a:t>
            </a:r>
            <a:pPr algn="l" indent="0" marL="0">
              <a:buNone/>
            </a:pPr>
            <a:r>
              <a:rPr lang="en-US" sz="1200" b="1" dirty="0">
                <a:solidFill>
                  <a:srgbClr val="E9E6FF"/>
                </a:solidFill>
                <a:latin typeface="Yu Gothic" pitchFamily="34" charset="0"/>
                <a:ea typeface="Yu Gothic" pitchFamily="34" charset="-122"/>
                <a:cs typeface="Yu Gothic" pitchFamily="34" charset="-120"/>
              </a:rPr>
              <a:t>準備はいつでも</a:t>
            </a:r>
            <a:endParaRPr lang="en-US" sz="1200" dirty="0"/>
          </a:p>
        </p:txBody>
      </p:sp>
      <p:sp>
        <p:nvSpPr>
          <p:cNvPr id="5" name="Text 3"/>
          <p:cNvSpPr/>
          <p:nvPr/>
        </p:nvSpPr>
        <p:spPr>
          <a:xfrm>
            <a:off x="603504" y="1207008"/>
            <a:ext cx="7040880" cy="1554480"/>
          </a:xfrm>
          <a:prstGeom prst="rect">
            <a:avLst/>
          </a:prstGeom>
          <a:noFill/>
          <a:ln/>
        </p:spPr>
        <p:txBody>
          <a:bodyPr wrap="square" lIns="0" tIns="0" rIns="0" bIns="0" rtlCol="0" anchor="t"/>
          <a:lstStyle/>
          <a:p>
            <a:pPr algn="l" indent="0" marL="0">
              <a:lnSpc>
                <a:spcPct val="102000"/>
              </a:lnSpc>
              <a:buNone/>
            </a:pPr>
            <a:r>
              <a:rPr lang="en-US" sz="3600" b="1" dirty="0">
                <a:solidFill>
                  <a:srgbClr val="ECECF5"/>
                </a:solidFill>
                <a:latin typeface="Yu Gothic" pitchFamily="34" charset="0"/>
                <a:ea typeface="Yu Gothic" pitchFamily="34" charset="-122"/>
                <a:cs typeface="Yu Gothic" pitchFamily="34" charset="-120"/>
              </a:rPr>
              <a:t>AI Agent Workshop を 次の顧客ワークショップへ</a:t>
            </a:r>
            <a:endParaRPr lang="en-US" sz="3600" dirty="0"/>
          </a:p>
        </p:txBody>
      </p:sp>
      <p:sp>
        <p:nvSpPr>
          <p:cNvPr id="6" name="Text 4"/>
          <p:cNvSpPr/>
          <p:nvPr/>
        </p:nvSpPr>
        <p:spPr>
          <a:xfrm>
            <a:off x="640080" y="2788920"/>
            <a:ext cx="7040880" cy="822960"/>
          </a:xfrm>
          <a:prstGeom prst="rect">
            <a:avLst/>
          </a:prstGeom>
          <a:noFill/>
          <a:ln/>
        </p:spPr>
        <p:txBody>
          <a:bodyPr wrap="square" rtlCol="0" anchor="t"/>
          <a:lstStyle/>
          <a:p>
            <a:pPr algn="l" indent="0" marL="0">
              <a:lnSpc>
                <a:spcPct val="110000"/>
              </a:lnSpc>
              <a:buNone/>
            </a:pPr>
            <a:r>
              <a:rPr lang="en-US" sz="1500" dirty="0">
                <a:solidFill>
                  <a:srgbClr val="CFCDE0"/>
                </a:solidFill>
                <a:latin typeface="Yu Gothic" pitchFamily="34" charset="0"/>
                <a:ea typeface="Yu Gothic" pitchFamily="34" charset="-122"/>
                <a:cs typeface="Yu Gothic" pitchFamily="34" charset="-120"/>
              </a:rPr>
              <a:t>社内イネーブルメントでも外部の顧客イベントでも — 共同ブランド化してリンクを共有し、参加者に実際の Agent を手を動かして構築してもらいましょう。</a:t>
            </a:r>
            <a:endParaRPr lang="en-US" sz="1500" dirty="0"/>
          </a:p>
        </p:txBody>
      </p:sp>
      <p:sp>
        <p:nvSpPr>
          <p:cNvPr id="7" name="Shape 5"/>
          <p:cNvSpPr/>
          <p:nvPr/>
        </p:nvSpPr>
        <p:spPr>
          <a:xfrm>
            <a:off x="640080" y="3611880"/>
            <a:ext cx="4114800" cy="1005840"/>
          </a:xfrm>
          <a:prstGeom prst="roundRect">
            <a:avLst>
              <a:gd name="adj" fmla="val 10909"/>
            </a:avLst>
          </a:prstGeom>
          <a:solidFill>
            <a:srgbClr val="221C3F"/>
          </a:solidFill>
          <a:ln w="12700">
            <a:solidFill>
              <a:srgbClr val="3B3460"/>
            </a:solidFill>
            <a:prstDash val="solid"/>
          </a:ln>
        </p:spPr>
      </p:sp>
      <p:pic>
        <p:nvPicPr>
          <p:cNvPr id="8" name="Image 0" descr="C:\D365DEMO\__Projects\Agent JumpStart 2\promo\img\michael.png">    </p:cNvPr>
          <p:cNvPicPr>
            <a:picLocks noChangeAspect="1"/>
          </p:cNvPicPr>
          <p:nvPr/>
        </p:nvPicPr>
        <p:blipFill>
          <a:blip r:embed="rId1"/>
          <a:stretch>
            <a:fillRect/>
          </a:stretch>
        </p:blipFill>
        <p:spPr>
          <a:xfrm>
            <a:off x="822960" y="3785616"/>
            <a:ext cx="658368" cy="658368"/>
          </a:xfrm>
          <a:prstGeom prst="ellipse">
            <a:avLst/>
          </a:prstGeom>
        </p:spPr>
      </p:pic>
      <p:sp>
        <p:nvSpPr>
          <p:cNvPr id="9" name="Text 6"/>
          <p:cNvSpPr/>
          <p:nvPr/>
        </p:nvSpPr>
        <p:spPr>
          <a:xfrm>
            <a:off x="1627632" y="3803904"/>
            <a:ext cx="3017520" cy="365760"/>
          </a:xfrm>
          <a:prstGeom prst="rect">
            <a:avLst/>
          </a:prstGeom>
          <a:noFill/>
          <a:ln/>
        </p:spPr>
        <p:txBody>
          <a:bodyPr wrap="square" lIns="0" tIns="0" rIns="0" bIns="0" rtlCol="0" anchor="t"/>
          <a:lstStyle/>
          <a:p>
            <a:pPr indent="0" marL="0">
              <a:buNone/>
            </a:pPr>
            <a:r>
              <a:rPr lang="en-US" sz="1600" b="1" dirty="0">
                <a:solidFill>
                  <a:srgbClr val="ECECF5"/>
                </a:solidFill>
                <a:latin typeface="Yu Gothic" pitchFamily="34" charset="0"/>
                <a:ea typeface="Yu Gothic" pitchFamily="34" charset="-122"/>
                <a:cs typeface="Yu Gothic" pitchFamily="34" charset="-120"/>
              </a:rPr>
              <a:t>Michael Jiang</a:t>
            </a:r>
            <a:endParaRPr lang="en-US" sz="1600" dirty="0"/>
          </a:p>
        </p:txBody>
      </p:sp>
      <p:sp>
        <p:nvSpPr>
          <p:cNvPr id="10" name="Text 7"/>
          <p:cNvSpPr/>
          <p:nvPr/>
        </p:nvSpPr>
        <p:spPr>
          <a:xfrm>
            <a:off x="1627632" y="4169664"/>
            <a:ext cx="3017520" cy="329184"/>
          </a:xfrm>
          <a:prstGeom prst="rect">
            <a:avLst/>
          </a:prstGeom>
          <a:noFill/>
          <a:ln/>
        </p:spPr>
        <p:txBody>
          <a:bodyPr wrap="square" lIns="0" tIns="0" rIns="0" bIns="0" rtlCol="0" anchor="t"/>
          <a:lstStyle/>
          <a:p>
            <a:pPr indent="0" marL="0">
              <a:buNone/>
            </a:pPr>
            <a:r>
              <a:rPr lang="en-US" sz="1300" dirty="0">
                <a:solidFill>
                  <a:srgbClr val="22D3EE"/>
                </a:solidFill>
                <a:latin typeface="Yu Gothic" pitchFamily="34" charset="0"/>
                <a:ea typeface="Yu Gothic" pitchFamily="34" charset="-122"/>
                <a:cs typeface="Yu Gothic" pitchFamily="34" charset="-120"/>
              </a:rPr>
              <a:t>zhijian@microsoft.com</a:t>
            </a:r>
            <a:endParaRPr lang="en-US" sz="1300" dirty="0"/>
          </a:p>
        </p:txBody>
      </p:sp>
      <p:sp>
        <p:nvSpPr>
          <p:cNvPr id="11" name="Text 8"/>
          <p:cNvSpPr/>
          <p:nvPr/>
        </p:nvSpPr>
        <p:spPr>
          <a:xfrm>
            <a:off x="640080" y="4828032"/>
            <a:ext cx="7040880" cy="365760"/>
          </a:xfrm>
          <a:prstGeom prst="rect">
            <a:avLst/>
          </a:prstGeom>
          <a:noFill/>
          <a:ln/>
        </p:spPr>
        <p:txBody>
          <a:bodyPr wrap="square" rtlCol="0" anchor="ctr"/>
          <a:lstStyle/>
          <a:p>
            <a:pPr algn="l" indent="0" marL="0">
              <a:buNone/>
            </a:pPr>
            <a:r>
              <a:rPr lang="en-US" sz="1250" dirty="0">
                <a:solidFill>
                  <a:srgbClr val="B4B1CC"/>
                </a:solidFill>
                <a:latin typeface="Yu Gothic" pitchFamily="34" charset="0"/>
                <a:ea typeface="Yu Gothic" pitchFamily="34" charset="-122"/>
                <a:cs typeface="Yu Gothic" pitchFamily="34" charset="-120"/>
              </a:rPr>
              <a:t>Microsoft MCAPS Core — Agent Asia Team</a:t>
            </a:r>
            <a:endParaRPr lang="en-US" sz="1250" dirty="0"/>
          </a:p>
        </p:txBody>
      </p:sp>
      <p:pic>
        <p:nvPicPr>
          <p:cNvPr id="12" name="Image 1" descr="C:\D365DEMO\__Projects\Agent JumpStart 2\promo\img\ai-agent-jumpstart-hero-logo.png">    </p:cNvPr>
          <p:cNvPicPr>
            <a:picLocks noChangeAspect="1"/>
          </p:cNvPicPr>
          <p:nvPr/>
        </p:nvPicPr>
        <p:blipFill>
          <a:blip r:embed="rId2"/>
          <a:stretch>
            <a:fillRect/>
          </a:stretch>
        </p:blipFill>
        <p:spPr>
          <a:xfrm>
            <a:off x="8001000" y="1234440"/>
            <a:ext cx="3611880" cy="3611880"/>
          </a:xfrm>
          <a:prstGeom prst="rect">
            <a:avLst/>
          </a:prstGeom>
        </p:spPr>
      </p:pic>
      <p:sp>
        <p:nvSpPr>
          <p:cNvPr id="13" name="Shape 9"/>
          <p:cNvSpPr/>
          <p:nvPr/>
        </p:nvSpPr>
        <p:spPr>
          <a:xfrm>
            <a:off x="7703820" y="5029200"/>
            <a:ext cx="4206240" cy="932688"/>
          </a:xfrm>
          <a:prstGeom prst="roundRect">
            <a:avLst>
              <a:gd name="adj" fmla="val 11765"/>
            </a:avLst>
          </a:prstGeom>
          <a:solidFill>
            <a:srgbClr val="221C3F"/>
          </a:solidFill>
          <a:ln w="12700">
            <a:solidFill>
              <a:srgbClr val="3B3460"/>
            </a:solidFill>
            <a:prstDash val="solid"/>
          </a:ln>
        </p:spPr>
      </p:sp>
      <p:sp>
        <p:nvSpPr>
          <p:cNvPr id="14" name="Text 10"/>
          <p:cNvSpPr/>
          <p:nvPr/>
        </p:nvSpPr>
        <p:spPr>
          <a:xfrm>
            <a:off x="7886700" y="5175504"/>
            <a:ext cx="3840480" cy="274320"/>
          </a:xfrm>
          <a:prstGeom prst="rect">
            <a:avLst/>
          </a:prstGeom>
          <a:noFill/>
          <a:ln/>
        </p:spPr>
        <p:txBody>
          <a:bodyPr wrap="square" lIns="0" tIns="0" rIns="0" bIns="0" rtlCol="0" anchor="ctr"/>
          <a:lstStyle/>
          <a:p>
            <a:pPr algn="ctr" indent="0" marL="0">
              <a:buNone/>
            </a:pPr>
            <a:r>
              <a:rPr lang="en-US" sz="1100" b="1" spc="200" kern="0" dirty="0">
                <a:solidFill>
                  <a:srgbClr val="A78BFA"/>
                </a:solidFill>
                <a:latin typeface="Yu Gothic" pitchFamily="34" charset="0"/>
                <a:ea typeface="Yu Gothic" pitchFamily="34" charset="-122"/>
                <a:cs typeface="Yu Gothic" pitchFamily="34" charset="-120"/>
              </a:rPr>
              <a:t>ライブ ワークショップ</a:t>
            </a:r>
            <a:endParaRPr lang="en-US" sz="1100" dirty="0"/>
          </a:p>
        </p:txBody>
      </p:sp>
      <p:sp>
        <p:nvSpPr>
          <p:cNvPr id="15" name="Text 11"/>
          <p:cNvSpPr/>
          <p:nvPr/>
        </p:nvSpPr>
        <p:spPr>
          <a:xfrm>
            <a:off x="7886700" y="5449824"/>
            <a:ext cx="3840480" cy="402336"/>
          </a:xfrm>
          <a:prstGeom prst="rect">
            <a:avLst/>
          </a:prstGeom>
          <a:noFill/>
          <a:ln/>
        </p:spPr>
        <p:txBody>
          <a:bodyPr wrap="square" lIns="0" tIns="0" rIns="0" bIns="0" rtlCol="0" anchor="ctr"/>
          <a:lstStyle/>
          <a:p>
            <a:pPr algn="ctr" indent="0" marL="0">
              <a:buNone/>
            </a:pPr>
            <a:r>
              <a:rPr lang="en-US" sz="1700" b="1" dirty="0">
                <a:solidFill>
                  <a:srgbClr val="EFEDFA"/>
                </a:solidFill>
                <a:latin typeface="Consolas" pitchFamily="34" charset="0"/>
                <a:ea typeface="Consolas" pitchFamily="34" charset="-122"/>
                <a:cs typeface="Consolas" pitchFamily="34" charset="-120"/>
              </a:rPr>
              <a:t>aka.ms/ai-agent-workshop-v2</a:t>
            </a:r>
            <a:endParaRPr lang="en-US" sz="1700" dirty="0"/>
          </a:p>
        </p:txBody>
      </p:sp>
      <p:sp>
        <p:nvSpPr>
          <p:cNvPr id="16" name="Text 12"/>
          <p:cNvSpPr/>
          <p:nvPr/>
        </p:nvSpPr>
        <p:spPr>
          <a:xfrm>
            <a:off x="640080" y="5468112"/>
            <a:ext cx="10972800" cy="320040"/>
          </a:xfrm>
          <a:prstGeom prst="rect">
            <a:avLst/>
          </a:prstGeom>
          <a:noFill/>
          <a:ln/>
        </p:spPr>
        <p:txBody>
          <a:bodyPr wrap="square" lIns="0" tIns="0" rIns="0" bIns="0" rtlCol="0" anchor="ctr"/>
          <a:lstStyle/>
          <a:p>
            <a:pPr algn="l" indent="0" marL="0">
              <a:buNone/>
            </a:pPr>
            <a:r>
              <a:rPr lang="en-US" sz="1200" b="1" spc="100" kern="0" dirty="0">
                <a:solidFill>
                  <a:srgbClr val="B4B1CC"/>
                </a:solidFill>
                <a:latin typeface="Yu Gothic" pitchFamily="34" charset="0"/>
                <a:ea typeface="Yu Gothic" pitchFamily="34" charset="-122"/>
                <a:cs typeface="Yu Gothic" pitchFamily="34" charset="-120"/>
              </a:rPr>
              <a:t>AI Agent Workshop v-Team の皆さんの貢献に感謝します</a:t>
            </a:r>
            <a:endParaRPr lang="en-US" sz="1200" dirty="0"/>
          </a:p>
        </p:txBody>
      </p:sp>
      <p:sp>
        <p:nvSpPr>
          <p:cNvPr id="17" name="Shape 13"/>
          <p:cNvSpPr/>
          <p:nvPr/>
        </p:nvSpPr>
        <p:spPr>
          <a:xfrm>
            <a:off x="640080" y="6236208"/>
            <a:ext cx="1554480" cy="347472"/>
          </a:xfrm>
          <a:prstGeom prst="roundRect">
            <a:avLst>
              <a:gd name="adj" fmla="val 26316"/>
            </a:avLst>
          </a:prstGeom>
          <a:solidFill>
            <a:srgbClr val="2B2450"/>
          </a:solidFill>
          <a:ln w="12700">
            <a:solidFill>
              <a:srgbClr val="3B3460"/>
            </a:solidFill>
            <a:prstDash val="solid"/>
          </a:ln>
        </p:spPr>
      </p:sp>
      <p:sp>
        <p:nvSpPr>
          <p:cNvPr id="18" name="Text 14"/>
          <p:cNvSpPr/>
          <p:nvPr/>
        </p:nvSpPr>
        <p:spPr>
          <a:xfrm>
            <a:off x="640080" y="6236208"/>
            <a:ext cx="1554480" cy="347472"/>
          </a:xfrm>
          <a:prstGeom prst="rect">
            <a:avLst/>
          </a:prstGeom>
          <a:noFill/>
          <a:ln/>
        </p:spPr>
        <p:txBody>
          <a:bodyPr wrap="square" lIns="0" tIns="0" rIns="0" bIns="0" rtlCol="0" anchor="ctr"/>
          <a:lstStyle/>
          <a:p>
            <a:pPr algn="ctr" indent="0" marL="0">
              <a:buNone/>
            </a:pPr>
            <a:r>
              <a:rPr lang="en-US" sz="1100" b="1" dirty="0">
                <a:solidFill>
                  <a:srgbClr val="EFEDFA"/>
                </a:solidFill>
                <a:latin typeface="Yu Gothic" pitchFamily="34" charset="0"/>
                <a:ea typeface="Yu Gothic" pitchFamily="34" charset="-122"/>
                <a:cs typeface="Yu Gothic" pitchFamily="34" charset="-120"/>
              </a:rPr>
              <a:t>Nalin Shukla</a:t>
            </a:r>
            <a:endParaRPr lang="en-US" sz="1100" dirty="0"/>
          </a:p>
        </p:txBody>
      </p:sp>
      <p:sp>
        <p:nvSpPr>
          <p:cNvPr id="19" name="Shape 15"/>
          <p:cNvSpPr/>
          <p:nvPr/>
        </p:nvSpPr>
        <p:spPr>
          <a:xfrm>
            <a:off x="2359152" y="6236208"/>
            <a:ext cx="1463040" cy="347472"/>
          </a:xfrm>
          <a:prstGeom prst="roundRect">
            <a:avLst>
              <a:gd name="adj" fmla="val 26316"/>
            </a:avLst>
          </a:prstGeom>
          <a:solidFill>
            <a:srgbClr val="2B2450"/>
          </a:solidFill>
          <a:ln w="12700">
            <a:solidFill>
              <a:srgbClr val="3B3460"/>
            </a:solidFill>
            <a:prstDash val="solid"/>
          </a:ln>
        </p:spPr>
      </p:sp>
      <p:sp>
        <p:nvSpPr>
          <p:cNvPr id="20" name="Text 16"/>
          <p:cNvSpPr/>
          <p:nvPr/>
        </p:nvSpPr>
        <p:spPr>
          <a:xfrm>
            <a:off x="2359152" y="6236208"/>
            <a:ext cx="1463040" cy="347472"/>
          </a:xfrm>
          <a:prstGeom prst="rect">
            <a:avLst/>
          </a:prstGeom>
          <a:noFill/>
          <a:ln/>
        </p:spPr>
        <p:txBody>
          <a:bodyPr wrap="square" lIns="0" tIns="0" rIns="0" bIns="0" rtlCol="0" anchor="ctr"/>
          <a:lstStyle/>
          <a:p>
            <a:pPr algn="ctr" indent="0" marL="0">
              <a:buNone/>
            </a:pPr>
            <a:r>
              <a:rPr lang="en-US" sz="1100" b="1" dirty="0">
                <a:solidFill>
                  <a:srgbClr val="EFEDFA"/>
                </a:solidFill>
                <a:latin typeface="Yu Gothic" pitchFamily="34" charset="0"/>
                <a:ea typeface="Yu Gothic" pitchFamily="34" charset="-122"/>
                <a:cs typeface="Yu Gothic" pitchFamily="34" charset="-120"/>
              </a:rPr>
              <a:t>Scott Berry</a:t>
            </a:r>
            <a:endParaRPr lang="en-US" sz="1100" dirty="0"/>
          </a:p>
        </p:txBody>
      </p:sp>
      <p:sp>
        <p:nvSpPr>
          <p:cNvPr id="21" name="Shape 17"/>
          <p:cNvSpPr/>
          <p:nvPr/>
        </p:nvSpPr>
        <p:spPr>
          <a:xfrm>
            <a:off x="3986784" y="6236208"/>
            <a:ext cx="1188720" cy="347472"/>
          </a:xfrm>
          <a:prstGeom prst="roundRect">
            <a:avLst>
              <a:gd name="adj" fmla="val 26316"/>
            </a:avLst>
          </a:prstGeom>
          <a:solidFill>
            <a:srgbClr val="2B2450"/>
          </a:solidFill>
          <a:ln w="12700">
            <a:solidFill>
              <a:srgbClr val="3B3460"/>
            </a:solidFill>
            <a:prstDash val="solid"/>
          </a:ln>
        </p:spPr>
      </p:sp>
      <p:sp>
        <p:nvSpPr>
          <p:cNvPr id="22" name="Text 18"/>
          <p:cNvSpPr/>
          <p:nvPr/>
        </p:nvSpPr>
        <p:spPr>
          <a:xfrm>
            <a:off x="3986784" y="6236208"/>
            <a:ext cx="1188720" cy="347472"/>
          </a:xfrm>
          <a:prstGeom prst="rect">
            <a:avLst/>
          </a:prstGeom>
          <a:noFill/>
          <a:ln/>
        </p:spPr>
        <p:txBody>
          <a:bodyPr wrap="square" lIns="0" tIns="0" rIns="0" bIns="0" rtlCol="0" anchor="ctr"/>
          <a:lstStyle/>
          <a:p>
            <a:pPr algn="ctr" indent="0" marL="0">
              <a:buNone/>
            </a:pPr>
            <a:r>
              <a:rPr lang="en-US" sz="1100" b="1" dirty="0">
                <a:solidFill>
                  <a:srgbClr val="EFEDFA"/>
                </a:solidFill>
                <a:latin typeface="Yu Gothic" pitchFamily="34" charset="0"/>
                <a:ea typeface="Yu Gothic" pitchFamily="34" charset="-122"/>
                <a:cs typeface="Yu Gothic" pitchFamily="34" charset="-120"/>
              </a:rPr>
              <a:t>Steve Ng</a:t>
            </a:r>
            <a:endParaRPr lang="en-US" sz="1100" dirty="0"/>
          </a:p>
        </p:txBody>
      </p:sp>
      <p:sp>
        <p:nvSpPr>
          <p:cNvPr id="23" name="Shape 19"/>
          <p:cNvSpPr/>
          <p:nvPr/>
        </p:nvSpPr>
        <p:spPr>
          <a:xfrm>
            <a:off x="5340096" y="6236208"/>
            <a:ext cx="1828800" cy="347472"/>
          </a:xfrm>
          <a:prstGeom prst="roundRect">
            <a:avLst>
              <a:gd name="adj" fmla="val 26316"/>
            </a:avLst>
          </a:prstGeom>
          <a:solidFill>
            <a:srgbClr val="2B2450"/>
          </a:solidFill>
          <a:ln w="12700">
            <a:solidFill>
              <a:srgbClr val="3B3460"/>
            </a:solidFill>
            <a:prstDash val="solid"/>
          </a:ln>
        </p:spPr>
      </p:sp>
      <p:sp>
        <p:nvSpPr>
          <p:cNvPr id="24" name="Text 20"/>
          <p:cNvSpPr/>
          <p:nvPr/>
        </p:nvSpPr>
        <p:spPr>
          <a:xfrm>
            <a:off x="5340096" y="6236208"/>
            <a:ext cx="1828800" cy="347472"/>
          </a:xfrm>
          <a:prstGeom prst="rect">
            <a:avLst/>
          </a:prstGeom>
          <a:noFill/>
          <a:ln/>
        </p:spPr>
        <p:txBody>
          <a:bodyPr wrap="square" lIns="0" tIns="0" rIns="0" bIns="0" rtlCol="0" anchor="ctr"/>
          <a:lstStyle/>
          <a:p>
            <a:pPr algn="ctr" indent="0" marL="0">
              <a:buNone/>
            </a:pPr>
            <a:r>
              <a:rPr lang="en-US" sz="1100" b="1" dirty="0">
                <a:solidFill>
                  <a:srgbClr val="EFEDFA"/>
                </a:solidFill>
                <a:latin typeface="Yu Gothic" pitchFamily="34" charset="0"/>
                <a:ea typeface="Yu Gothic" pitchFamily="34" charset="-122"/>
                <a:cs typeface="Yu Gothic" pitchFamily="34" charset="-120"/>
              </a:rPr>
              <a:t>Anand Ponnusamy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 Workshop by Microsoft Agent GBB - Highlights</dc:title>
  <dc:subject>PptxGenJS Presentation</dc:subject>
  <dc:creator>Microsoft MCAPS Core - Agent Asia Team</dc:creator>
  <cp:lastModifiedBy>Microsoft MCAPS Core - Agent Asia Team</cp:lastModifiedBy>
  <cp:revision>1</cp:revision>
  <dcterms:created xsi:type="dcterms:W3CDTF">2026-08-17T14:41:46Z</dcterms:created>
  <dcterms:modified xsi:type="dcterms:W3CDTF">2026-08-17T14:41:46Z</dcterms:modified>
</cp:coreProperties>
</file>