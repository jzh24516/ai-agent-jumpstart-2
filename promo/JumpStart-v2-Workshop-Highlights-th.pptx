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743200"/>
            <a:ext cx="6858000" cy="685800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4023360"/>
            <a:ext cx="6400800" cy="6400800"/>
          </a:xfrm>
          <a:prstGeom prst="ellipse">
            <a:avLst/>
          </a:prstGeom>
          <a:solidFill>
            <a:srgbClr val="EC489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E9E6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Microsoft Copilot Studio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" y="137160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Agent Workshop</a:t>
            </a:r>
            <a:endParaRPr lang="en-US" sz="46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A78B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by Microsoft Agent GBB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6035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FCDE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ประสบการณ์แล็บแบบลงมือทำ เรียนรู้ด้วยตนเอง และหลายภาษา สำหรับสร้าง Agent แบบกำหนดเองครบทุกรูปแบบใน Microsoft Copilot Studio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Microsoft MCAPS Core — Agent Asia Team   ·   July 16,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937760"/>
            <a:ext cx="2015338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937760"/>
            <a:ext cx="2015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 แล็บพร้อมคำแนะนำ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20010" y="4937760"/>
            <a:ext cx="1298448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0010" y="493776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29 ขั้นตอน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83050" y="4937760"/>
            <a:ext cx="940003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83050" y="4937760"/>
            <a:ext cx="94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 ภาษา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87645" y="4937760"/>
            <a:ext cx="1925726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87645" y="4937760"/>
            <a:ext cx="19257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 ลิงก์สำหรับแชร์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852160"/>
            <a:ext cx="5943600" cy="603504"/>
          </a:xfrm>
          <a:prstGeom prst="roundRect">
            <a:avLst>
              <a:gd name="adj" fmla="val 18182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8521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เวิร์กช็อปสด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80360" y="585216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ED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aka.ms/ai-agent-jumpstart-v2</a:t>
            </a:r>
            <a:endParaRPr lang="en-US" sz="1600" dirty="0"/>
          </a:p>
        </p:txBody>
      </p:sp>
      <p:pic>
        <p:nvPicPr>
          <p:cNvPr id="19" name="Image 0" descr="C:\D365DEMO\__Projects\Agent JumpStart 2\promo\img\cover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463040"/>
            <a:ext cx="4617720" cy="3255264"/>
          </a:xfrm>
          <a:prstGeom prst="ellipse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315200" y="1463040"/>
            <a:ext cx="4617720" cy="3255264"/>
          </a:xfrm>
          <a:prstGeom prst="roundRect">
            <a:avLst>
              <a:gd name="adj" fmla="val 1685"/>
            </a:avLst>
          </a:prstGeom>
          <a:ln w="15875">
            <a:solidFill>
              <a:srgbClr val="3B346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🎬 สรุปในหนึ่งประโยค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เวิร์กช็อปที่ดำเนินเอง — ผู้เรียนแค่กดเล่น ▶️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126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E4E2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JumpStart v2 เปลี่ยนเซสชัน “สไลด์และเดโม” ให้เป็นแอปแล็บที่ลงมือทำได้จริงแบบสด ผู้เข้าร่วมเปิดลิงก์เดียว เลือกภาษา แล้วสร้าง Agent จริงทีละขั้น — ขณะที่คุณเป็นผู้อำนวยความสะดวกแทนการคอยประคบประหงม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76656" y="4379976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42976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🖥️ เรียนตามจังหวะตัวเอง ทำงานบนเบราว์เซอร์ ไม่ต้องติดตั้ง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" y="5038344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495604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📋 ทุกขั้นตอนคัดลอกใช้ได้ทันทีและมีภาพหน้าจอแนะนำ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" y="5696712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0" name="Text 8"/>
          <p:cNvSpPr/>
          <p:nvPr/>
        </p:nvSpPr>
        <p:spPr>
          <a:xfrm>
            <a:off x="1042416" y="561441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🤝 ใช้ได้ทั้งการเสริมศักยภาพภายในและเวิร์กช็อปกับลูกค้า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0" y="19659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2514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7315200" y="3483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แล็บลงมือทำ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802368" y="19659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02368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👣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02368" y="2514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29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9802368" y="3483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ขั้นตอนพร้อมคำแนะนำ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0" y="429768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7315200" y="5815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ภาษา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802368" y="429768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02368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802368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∞</a:t>
            </a:r>
            <a:endParaRPr lang="en-US" sz="5000" dirty="0"/>
          </a:p>
        </p:txBody>
      </p:sp>
      <p:sp>
        <p:nvSpPr>
          <p:cNvPr id="26" name="Text 24"/>
          <p:cNvSpPr/>
          <p:nvPr/>
        </p:nvSpPr>
        <p:spPr>
          <a:xfrm>
            <a:off x="9802368" y="5815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นำกลับมาใช้ กับลูกค้าทุกราย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🧭 เส้นทางการเรียนรู้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หกแล็บ ตั้งแต่ Agent แรกจนถึงเสียงแบบเรียลไทม์ 🎙️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36976" y="2212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2267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2615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รู้จัก Agent Maker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3163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 Agent หลายภาษาที่มีแหล่งอ้างอิงด้วย Microsoft.com + Microsoft Learn MCP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2544" y="2011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2212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45152" y="2267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45152" y="2615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นำบริบททางธุรกิจเข้ามา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3163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Dataverse MCP, Skills ที่นำกลับมาใช้ได้, Memory และเวิร์กโฟลว์ลูกค้า 360 ของ CoWork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65008" y="2011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61904" y="2212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57616" y="2267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57616" y="2615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RFP ที่อิงหลักฐาน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57616" y="3163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Work IQ + Microsoft IQ สร้างคำตอบ RFP/RFI ที่มีแหล่งอ้างอิงทั่วทั้ง Office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6976" y="4498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32688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2688" y="4901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เชื่อมต่อ Agent ผู้เชี่ยวชาญ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2688" y="5449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ความรู้ + ทิกเก็ตของ ServiceNow, Agent ที่เชื่อมต่อ, Teams &amp; M365 Copilot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52544" y="4297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4498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📨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645152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45152" y="4901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เวิร์กโฟลว์อีเมลแบบหลาย Agent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45152" y="5449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จัดประเภทอีเมลขาเข้า → ส่งต่อไปยัง Agent ที่เหมาะสม → ตอบกลับแบบเฉพาะบุคคล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65008" y="4297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61904" y="4498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🎙️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357616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57616" y="4901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Agent เสียงแบบเรียลไทม์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57616" y="5449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Agent แบบคลาสสิก + เสียงเรียลไทม์ หลายภาษา ทดสอบสดในหน้าต่าง Test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365DEMO\__Projects\Agent JumpStart 2\promo\img\agent-platform-blueprint-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149" y="155448"/>
            <a:ext cx="11639398" cy="65471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คุณสมบัติเฉพาะ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หลายภาษาตั้งแต่การออกแบบ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5440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E4E2F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คลิกเดียวสลับประสบการณ์แล็บทั้งหมด — หน้าเดียวกัน คำแนะนำ แถบข้าง และ UI — ระหว่าง English, 简体中文, 廣東話 (香港), 繁體中文 (台灣), 日本語, 한국어, ไทย, हिन्दी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76656" y="4187952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4114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ชื่อผลิตภัณฑ์ พรอมป์ &amp; ชื่อเครื่องมือคงไว้เป็นภาษาอังกฤษโดยตั้งใจ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" y="4846320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47731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พรอมป์ที่คัดลอกใช้ได้จะไม่ “เพี้ยนเพราะการแปล”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" y="5504688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0" name="Text 8"/>
          <p:cNvSpPr/>
          <p:nvPr/>
        </p:nvSpPr>
        <p:spPr>
          <a:xfrm>
            <a:off x="1042416" y="54315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ภาพหน้าจอจะกลับไปใช้ภาษาอังกฤษโดยอัตโนมัติเมื่อไม่มีเวอร์ชันแปล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EN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87452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简体中文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10896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廣東話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4340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繁體中文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57784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日本語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1228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한국어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4672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ไทย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8116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116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हिन्दी</a:t>
            </a:r>
            <a:endParaRPr lang="en-US" sz="1800" dirty="0"/>
          </a:p>
        </p:txBody>
      </p:sp>
      <p:pic>
        <p:nvPicPr>
          <p:cNvPr id="27" name="Image 0" descr="C:\D365DEMO\__Projects\Agent JumpStart 2\promo\img\lab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783080"/>
            <a:ext cx="3246120" cy="2276856"/>
          </a:xfrm>
          <a:prstGeom prst="ellipse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355080" y="1783080"/>
            <a:ext cx="3246120" cy="2276856"/>
          </a:xfrm>
          <a:prstGeom prst="roundRect">
            <a:avLst>
              <a:gd name="adj" fmla="val 2410"/>
            </a:avLst>
          </a:prstGeom>
          <a:ln w="15875">
            <a:solidFill>
              <a:srgbClr val="3B3460"/>
            </a:solidFill>
            <a:prstDash val="solid"/>
          </a:ln>
        </p:spPr>
      </p:sp>
      <p:pic>
        <p:nvPicPr>
          <p:cNvPr id="29" name="Image 1" descr="C:\D365DEMO\__Projects\Agent JumpStart 2\promo\img\lab-z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3703320"/>
            <a:ext cx="3246120" cy="2276856"/>
          </a:xfrm>
          <a:prstGeom prst="ellipse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8458200" y="3703320"/>
            <a:ext cx="3246120" cy="2276856"/>
          </a:xfrm>
          <a:prstGeom prst="roundRect">
            <a:avLst>
              <a:gd name="adj" fmla="val 2410"/>
            </a:avLst>
          </a:prstGeom>
          <a:ln w="15875">
            <a:solidFill>
              <a:srgbClr val="3B346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คุณสมบัติเฉพาะ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UX เรียนรู้ด้วยการลงมือทำที่สนุกอย่างแท้จริง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◆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9933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ขั้นตอนที่เต็มไปด้วย Markdown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หัวข้อ ตาราง คำอธิบาย &amp; ไฮไลต์แสดงผลอย่างสวยงาม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07792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07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◆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28895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พรอมป์คัดลอกใช้ได้ทันที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2735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ทุกคำสั่งคัดลอกไปยังคลิปบอร์ดได้ในคลิกเดียว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03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◆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37856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การติดตามความคืบหน้า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16966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ความสำเร็จรายขั้นครบทั้ง 29 ขั้นตอน บันทึกไว้ในเครื่อง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700016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00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◆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46817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พลุเมื่อทำสำเร็จ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506577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พลุเฉลิมฉลองเป็นรางวัลทุกครั้งที่ทำขั้นตอนเสร็จ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59612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596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◆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71600" y="5577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Glass UI ทั้งสว่าง &amp; มืด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59618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ดีไซน์กระจกฝ้าสมัยใหม่ รองรับธีมทุกที่</a:t>
            </a:r>
            <a:endParaRPr lang="en-US" sz="1400" dirty="0"/>
          </a:p>
        </p:txBody>
      </p:sp>
      <p:pic>
        <p:nvPicPr>
          <p:cNvPr id="24" name="Image 0" descr="C:\D365DEMO\__Projects\Agent JumpStart 2\promo\img\lab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874520"/>
            <a:ext cx="4663440" cy="3346704"/>
          </a:xfrm>
          <a:prstGeom prst="ellipse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903720" y="1874520"/>
            <a:ext cx="4663440" cy="3346704"/>
          </a:xfrm>
          <a:prstGeom prst="roundRect">
            <a:avLst>
              <a:gd name="adj" fmla="val 1639"/>
            </a:avLst>
          </a:prstGeom>
          <a:ln w="15875">
            <a:solidFill>
              <a:srgbClr val="3B346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คุณสมบัติเฉพาะ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ร่วมแบรนด์เวิร์กช็อปเฉพาะได้ในไม่กี่วินาที</a:t>
            </a:r>
            <a:endParaRPr lang="en-US" sz="3000" dirty="0"/>
          </a:p>
        </p:txBody>
      </p:sp>
      <p:pic>
        <p:nvPicPr>
          <p:cNvPr id="4" name="Image 0" descr="C:\D365DEMO\__Projects\Agent JumpStart 2\promo\img\cover-leno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5120640" cy="3584448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20240"/>
            <a:ext cx="5120640" cy="3584448"/>
          </a:xfrm>
          <a:prstGeom prst="roundRect">
            <a:avLst>
              <a:gd name="adj" fmla="val 1531"/>
            </a:avLst>
          </a:prstGeom>
          <a:ln w="15875">
            <a:solidFill>
              <a:srgbClr val="3B346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26480" y="205740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7" name="Text 4"/>
          <p:cNvSpPr/>
          <p:nvPr/>
        </p:nvSpPr>
        <p:spPr>
          <a:xfrm>
            <a:off x="61264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◇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0" y="2039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Microsoft × ลูกค้า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0" y="24414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ตั้งชื่อหรือโลโก้ลูกค้า และลงทะเบียนอีเมลผู้เข้าร่วมเพื่อตรวจสอบสิทธิ์เข้าแล็บ — หน้าปกร่วมแบรนด์ทันที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26480" y="301752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11" name="Text 8"/>
          <p:cNvSpPr/>
          <p:nvPr/>
        </p:nvSpPr>
        <p:spPr>
          <a:xfrm>
            <a:off x="612648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◇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0" y="2999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 &amp; นำกลับมาใช้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58000" y="34015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ประวัติเวิร์กช็อป: บันทึก เรียกคืน และค้นหาการตั้งค่าเดิมอย่างรวดเร็ว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397764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◇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858000" y="3959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โลโก้ด้วย URL หรืออัปโหลด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858000" y="43616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อยู่ในตัวเอง — ไม่ต้องมีโฮสต์รูปภาพภายนอก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126480" y="493776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19" name="Text 16"/>
          <p:cNvSpPr/>
          <p:nvPr/>
        </p:nvSpPr>
        <p:spPr>
          <a:xfrm>
            <a:off x="6126480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◇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858000" y="4919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ป้องกันด้วยรหัสผ่าน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858000" y="53218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เฉพาะผู้อำนวยความสะดวกเท่านั้นที่เปลี่ยนแบรนด์ได้ — ประตูเดียวกับโหมดแก้ไข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คุณสมบัติเฉพาะ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เผยแพร่ครั้งเดียว — ทุกคนเห็น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ตั้งค่าในเครื่อง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ตั้งแบรนด์ &amp; แก้ไขเนื้อหาแล็บในมุมมองผู้สร้าง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18104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93008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67328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3767328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67328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ใช้งาน &amp; คอมมิต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67328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แบรนด์ &amp; เนื้อหาถูกส่งเป็น branding.json + labs.json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71032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345936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0256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6620256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20256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ปรับใช้อัตโนมัติ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20256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GitHub Actions สร้าง &amp; เผยแพร่ไปยัง GitHub Pages ทุกครั้งที่พุช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23960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98864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73184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24" name="Text 22"/>
          <p:cNvSpPr/>
          <p:nvPr/>
        </p:nvSpPr>
        <p:spPr>
          <a:xfrm>
            <a:off x="9473184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73184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ทุกคนเห็น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473184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ผู้เข้าร่วมเปิด URL สด — เนื้อหาเดียวกัน แบรนด์เดียวกัน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440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ไม่ต้องตั้งค่ารายบุคคล ไฟล์ที่เผยแพร่คือแหล่งข้อมูลจริงเพียงหนึ่งเดียวสำหรับผู้เยี่ยมชมทุกคน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365DEMO\__Projects\Agent JumpStart 2\promo\img\jumpstart-th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3813048" cy="5724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566928"/>
            <a:ext cx="3813048" cy="5724144"/>
          </a:xfrm>
          <a:prstGeom prst="roundRect">
            <a:avLst>
              <a:gd name="adj" fmla="val 1439"/>
            </a:avLst>
          </a:prstGeom>
          <a:ln w="15875">
            <a:solidFill>
              <a:srgbClr val="3B346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⚡ JumpStart V2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0" y="96012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จากแล็บสู่ผลลัพธ์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029200" y="1965960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852160" y="194767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เริ่มเร็ว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852160" y="2331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เปิดลิงก์เดียวก็เริ่มได้ — ไม่ต้องติดตั้ง ไม่ต้องตั้งค่า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029200" y="2862072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0" y="2862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🙌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852160" y="284378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บริการตนเอง &amp; ตามจังหวะ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852160" y="32278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ผู้เข้าร่วมขับเคลื่อนเอง ส่วนคุณเป็นผู้อำนวยความสะดวก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0" y="3758184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3758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852160" y="373989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คัดลอกแล้วสร้าง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852160" y="412394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พรอมป์ที่คัดลอกได้ เปลี่ยนแต่ละขั้นตอนเป็น Agent ที่ใช้งานได้จริง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029200" y="4654296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0" y="46542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852160" y="463600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พร้อมหลายภาษา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5852160" y="502005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แปดภาษา ลิงก์แชร์เดียว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029200" y="5550408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A78BFA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0" y="5550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5852160" y="553212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จากแล็บสู่ผลลัพธ์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5852160" y="59161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ส่งมอบ Agent ที่สร้างคุณค่าทางธุรกิจจริง — อย่างรวดเร็ว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743200"/>
            <a:ext cx="6858000" cy="685800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4023360"/>
            <a:ext cx="6400800" cy="6400800"/>
          </a:xfrm>
          <a:prstGeom prst="ellipse">
            <a:avLst/>
          </a:prstGeom>
          <a:solidFill>
            <a:srgbClr val="EC489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E9E6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พร้อมเมื่อคุณพร้อม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" y="1207008"/>
            <a:ext cx="7040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นำ AI Agent Workshop ไปสู่ เวิร์กช็อปลูกค้าครั้งถัดไป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CDE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ไม่ว่าจะเป็นการเสริมศักยภาพภายในหรืออีเวนต์ลูกค้าภายนอก — ร่วมแบรนด์ แชร์ลิงก์ และให้ผู้เข้าร่วมสร้าง Agent จริงด้วยตนเอง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pic>
        <p:nvPicPr>
          <p:cNvPr id="8" name="Image 0" descr="C:\D365DEMO\__Projects\Agent JumpStart 2\promo\img\micha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785616"/>
            <a:ext cx="658368" cy="658368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27632" y="38039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CECF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Michael Jiang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27632" y="4169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zhijian@microsoft.com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828032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Microsoft MCAPS Core — Agent Asia Team</a:t>
            </a:r>
            <a:endParaRPr lang="en-US" sz="1250" dirty="0"/>
          </a:p>
        </p:txBody>
      </p:sp>
      <p:pic>
        <p:nvPicPr>
          <p:cNvPr id="12" name="Image 1" descr="C:\D365DEMO\__Projects\Agent JumpStart 2\promo\img\ai-agent-jumpstart-hero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234440"/>
            <a:ext cx="3611880" cy="3611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703820" y="5029200"/>
            <a:ext cx="4206240" cy="932688"/>
          </a:xfrm>
          <a:prstGeom prst="roundRect">
            <a:avLst>
              <a:gd name="adj" fmla="val 11765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886700" y="5175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เวิร์กช็อปสด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886700" y="54498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ED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aka.ms/ai-agent-workshop-v2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40080" y="5468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B4B1CC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ขอขอบคุณการมีส่วนร่วมจากทีม AI Agent Workshop v-Team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6236208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62362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Nalin Shukla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359152" y="6236208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359152" y="62362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Scott Berry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986784" y="6236208"/>
            <a:ext cx="118872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986784" y="62362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Steve Ng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340096" y="6236208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340096" y="6236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Anand Ponnusamy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Workshop by Microsoft Agent GBB - Highlights</dc:title>
  <dc:subject>PptxGenJS Presentation</dc:subject>
  <dc:creator>Microsoft MCAPS Core - Agent Asia Team</dc:creator>
  <cp:lastModifiedBy>Microsoft MCAPS Core - Agent Asia Team</cp:lastModifiedBy>
  <cp:revision>1</cp:revision>
  <dcterms:created xsi:type="dcterms:W3CDTF">2026-08-17T14:41:46Z</dcterms:created>
  <dcterms:modified xsi:type="dcterms:W3CDTF">2026-08-17T14:41:46Z</dcterms:modified>
</cp:coreProperties>
</file>