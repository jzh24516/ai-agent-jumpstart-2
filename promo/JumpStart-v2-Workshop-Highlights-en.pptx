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Agent JumpStart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 v2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hands-on, self-guided, multilingual lab experience for building the full breadth of custom agents in Microsoft Copilot Studio.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56728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5672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guided labs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1954" y="4937760"/>
            <a:ext cx="111922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1954" y="4937760"/>
            <a:ext cx="111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 steps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5771" y="4937760"/>
            <a:ext cx="1388059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5771" y="4937760"/>
            <a:ext cx="13880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languages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08422" y="4937760"/>
            <a:ext cx="1836115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08422" y="4937760"/>
            <a:ext cx="18361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shareable link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5943600" cy="603504"/>
          </a:xfrm>
          <a:prstGeom prst="roundRect">
            <a:avLst>
              <a:gd name="adj" fmla="val 18182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85216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WORKSHOP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80360" y="58521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600" dirty="0"/>
          </a:p>
        </p:txBody>
      </p:sp>
      <p:pic>
        <p:nvPicPr>
          <p:cNvPr id="19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🎬 The one-liner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workshop that runs itself — learners just press play  ▶️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JumpStart v2 turns a slide-and-demo session into a living, do-it-yourself lab app. Attendees open one link, pick their language, and build real agents step by step — while you facilitate instead of babysit.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Self-paced, browser-based, zero install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is copy-ready and screenshot-guided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for internal enablement and customer workshops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labs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steps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reuse, any customer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🧭 The learning path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Six labs, from first agent to real-time voice 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Meet the Agent Maker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grounded, multilingual agent with Microsoft.com + Microsoft Learn MCP.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in business context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Dataverse MCP, reusable Skills, Memory, and a CoWork customer-360 workflow.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Evidence-based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+ Microsoft IQ generate sourced RFP/RFI responses across Office.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Connect specialist agents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ServiceNow knowledge + tickets, connected agents, Teams &amp; M365 Copilot.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email Workflow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inbound email, route to the right agent, personalized reply.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voice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agent + real-time voice, multilingual, tested live in the Test window.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Multilingual by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click switches the entire experience — cover, labs, instructions, and UI — between English, 简体中文, 廣東話 (香港), 繁體中文 (台灣), 日本語, 한국어, ไทย, and हिन्दी.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names, prompts &amp; tool names stay in English on purpose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Copy-ready prompts never get "lost in translation"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fall back to English automatically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简体中文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廣東話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繁體中文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0467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811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11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7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9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learn-by-doing UX that's actually joyful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Markdown-rich steps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Headings, tables, callouts &amp; highlights render beautifully.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Copy-ready prompts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instruction is one click to clipboard.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Progress tracking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Per-step completion across all 29 steps, saved locally.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Fireworks on completion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celebratory burst rewards every finished step.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 UI, light &amp; dark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frosted-glass design, theme-aware everywhere.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Co-brand a dedicated workshop in seconds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× Customer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a customer name or logo — the cover instantly co-brands.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&amp; reuse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history: save, retrieve, and quick-search past setups.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Logos by URL or upload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Self-contained — no external image hosting needed.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Password-gated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facilitators can change branding — same gate as edit mode.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Publish once — everyone sees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Configure locally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branding &amp; edit lab content in the maker view.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&amp; commit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Branding &amp; content ship as branding.json + labs.json.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Auto-deploy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builds &amp; publishes to GitHub Pages on every push.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Everyone sees it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open the live URL — same content, same brand.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per-user setup. The published files are the single source of truth for every visitor.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eng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Lab to Impact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Start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one link and go — zero install, zero setup.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Self-Serve &amp; Self-Paced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drive their own journey while you facilitate.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Copy &amp; Build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Copy-ready prompts turn each step into a real, working agent.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Multilingual Ready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Eight languages, one shareable link.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Lab to Impact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agents that deliver real business value — fast.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Ready when you 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207008"/>
            <a:ext cx="7040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JumpStart v2 to your next customer workshop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enablement or external customer event — co-brand it, share the link, and let attendees build real agents hands-on.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pic>
        <p:nvPicPr>
          <p:cNvPr id="8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85616"/>
            <a:ext cx="658368" cy="658368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27632" y="38039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Michael Jiang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27632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zhijian@microsoft.com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482803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2" name="Image 1" descr="C:\D365DEMO\__Projects\Agent JumpStart 2\promo\img\ai-agent-jumpstart-her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234440"/>
            <a:ext cx="3611880" cy="3611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03820" y="5029200"/>
            <a:ext cx="4206240" cy="932688"/>
          </a:xfrm>
          <a:prstGeom prst="roundRect">
            <a:avLst>
              <a:gd name="adj" fmla="val 1176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86700" y="5175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WORKSHOP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86700" y="544982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0080" y="546811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4B1C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With thanks to the contribution of JumpStart v-Team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6236208"/>
            <a:ext cx="155448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62362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Nalin Shukla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359152" y="6236208"/>
            <a:ext cx="146304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359152" y="62362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Scott Berry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986784" y="6236208"/>
            <a:ext cx="11887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986784" y="6236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Steve Ng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40096" y="6236208"/>
            <a:ext cx="16459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340096" y="623620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Jalilah Halim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150608" y="6236208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150608" y="62362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Anand Ponnusamy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JumpStart Workshop v2 -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2026-08-12T09:51:42Z</dcterms:created>
  <dcterms:modified xsi:type="dcterms:W3CDTF">2026-08-12T09:51:42Z</dcterms:modified>
</cp:coreProperties>
</file>