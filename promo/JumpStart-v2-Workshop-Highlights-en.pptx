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Agent Workshop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Microsoft Agent GBB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hands-on, self-guided, multilingual lab experience for building the full breadth of custom agents in Microsoft Copilot Studio.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56728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567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guided labs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1954" y="4937760"/>
            <a:ext cx="111922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1954" y="4937760"/>
            <a:ext cx="111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5771" y="4937760"/>
            <a:ext cx="1388059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5771" y="4937760"/>
            <a:ext cx="13880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languages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08422" y="4937760"/>
            <a:ext cx="1836115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8422" y="4937760"/>
            <a:ext cx="1836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shareable 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WORKSHOP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🎬 The one-liner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workshop that runs itself — learners just press play  ▶️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JumpStart v2 turns a slide-and-demo session into a living, do-it-yourself lab app. Attendees open one link, pick their language, and build real agents step by step — while you facilitate instead of babysit.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Self-paced, browser-based, zero install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is copy-ready and screenshot-guided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for internal enablement and customer workshops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steps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reuse, any customer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🧭 The learning path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labs, from first agent to real-time voice 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 the Agent 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grounded, multilingual agent with Microsoft.com + Microsoft Learn MCP.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in business 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Dataverse MCP, reusable Skills, Memory, and a CoWork customer-360 workflow.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Evidence-based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IQ + Microsoft IQ generate sourced RFP/RFI responses across Office.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specialist agents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knowledge + tickets, connected agents, Teams &amp; M365 Copilot.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Multi-agent email Workflow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inbound email, route to the right agent, personalized reply.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voice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agent + real-time voice, multilingual, tested live in the Test window.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Multilingual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switches the entire experience — cover, labs, instructions, and UI — between English, 简体中文, 廣東話 (香港), 繁體中文 (台灣), 日本語, 한국어, ไทย, and हिन्दी.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names, prompts &amp; tool names stay in English on purpose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Copy-ready prompts never get "lost in translation"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fall back to English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learn-by-doing UX that's actually joyful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Markdown-rich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Headings, tables, callouts &amp; highlights render beautifully.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Copy-ready prompts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instruction is one click to clipboard.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Progress tracking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Per-step completion across all 29 steps, saved locally.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Fireworks on completion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celebratory burst rewards every finished step.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Glass UI, light &amp; dark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frosted-glass design, theme-aware everywhere.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Co-brand a dedicated workshop in seconds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× Customer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 customer name or logo — the cover instantly co-brands.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&amp; reuse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history: save, retrieve, and quick-search past setups.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Logos by URL or upload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— no external image hosting needed.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Password-gated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facilitators can change branding — same gate as edit mode.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 once — everyone sees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Configure locally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branding &amp; edit lab content in the maker view.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&amp; commit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 &amp; content ship as branding.json + labs.json.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Auto-deploy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builds &amp; publishes to GitHub Pages on every push.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Everyone sees it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Attendees open the live URL — same content, same brand.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per-user setup. The published files are the single source of truth for every visitor.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engl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Lab to Impact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Start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one link and go — zero install, zero setup.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Self-Serve &amp; Self-Paced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Attendees drive their own journey while you facilitate.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&amp; Build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Copy-ready prompts turn each step into a real, working agent.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Multilingual Ready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languages, one shareable link.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Lab to Impact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agents that deliver real business value — fast.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when you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AI Agent Workshop to your next customer workshop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enablement or external customer event — co-brand it, share the link, and let attendees build real agents hands-on.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WORKSHOP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aka.ms/ai-agent-workshop-v2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 thanks to the contribution of AI Agent Workshop v-Team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Workshop by Microsoft Agent GBB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2026-08-17T14:41:45Z</dcterms:created>
  <dcterms:modified xsi:type="dcterms:W3CDTF">2026-08-17T14:41:45Z</dcterms:modified>
</cp:coreProperties>
</file>