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743200"/>
            <a:ext cx="6858000" cy="68580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4023360"/>
            <a:ext cx="6400800" cy="64008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E9E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Copilot Studio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13716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JumpStart</a:t>
            </a:r>
            <a:endParaRPr lang="en-US" sz="4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Workshop v2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6035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FCD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一個動手、自主、多語言的實驗體驗，全面構建 Microsoft Copilot Studio 中的各類自定義 Agent。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MCAPS Core — Agent Asia Team   ·   July 16,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937760"/>
            <a:ext cx="1394460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937760"/>
            <a:ext cx="1394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個引導實驗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9132" y="4937760"/>
            <a:ext cx="1252728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9132" y="493776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 個步驟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16452" y="4937760"/>
            <a:ext cx="1110996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6452" y="4937760"/>
            <a:ext cx="1110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種語言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4937760"/>
            <a:ext cx="1536192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49377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個可分享連結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852160"/>
            <a:ext cx="5943600" cy="603504"/>
          </a:xfrm>
          <a:prstGeom prst="roundRect">
            <a:avLst>
              <a:gd name="adj" fmla="val 18182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8521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線上研討會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0360" y="58521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ED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aka.ms/ai-agent-jumpstart-v2</a:t>
            </a:r>
            <a:endParaRPr lang="en-US" sz="1600" dirty="0"/>
          </a:p>
        </p:txBody>
      </p:sp>
      <p:pic>
        <p:nvPicPr>
          <p:cNvPr id="19" name="Image 0" descr="C:\D365DEMO\__Projects\Agent JumpStart 2\promo\img\cover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63040"/>
            <a:ext cx="4617720" cy="3255264"/>
          </a:xfrm>
          <a:prstGeom prst="ellipse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315200" y="1463040"/>
            <a:ext cx="4617720" cy="3255264"/>
          </a:xfrm>
          <a:prstGeom prst="roundRect">
            <a:avLst>
              <a:gd name="adj" fmla="val 1685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🎬 一句話概括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自動執行的研討會 — 學員只需按下播放 ▶️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126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E4E2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JumpStart v2 把“幻燈片 + 演示”變成一個可動手操作的即時實驗應用。參與者開啟一個連結、選擇語言，逐步構建真實的 Agent — 你只需引導，而不必手把手照看。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6656" y="4379976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42976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🖥️ 自主進度、基於瀏覽器、零安裝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5038344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495604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📋 每一步都可一鍵複製，並配有截圖引導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" y="5696712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561441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🤝 既適用於內部賦能，也適用於客戶研討會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0" y="19659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2514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7315200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動手實驗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802368" y="19659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02368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👣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02368" y="2514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9802368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引導步驟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0" y="429768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7315200" y="5815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種語言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802368" y="429768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2368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802368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∞</a:t>
            </a:r>
            <a:endParaRPr lang="en-US" sz="5000" dirty="0"/>
          </a:p>
        </p:txBody>
      </p:sp>
      <p:sp>
        <p:nvSpPr>
          <p:cNvPr id="26" name="Text 24"/>
          <p:cNvSpPr/>
          <p:nvPr/>
        </p:nvSpPr>
        <p:spPr>
          <a:xfrm>
            <a:off x="9802368" y="5815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複用，任意客戶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🧭 學習路徑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六個實驗，從第一個 Agent 到即時語音 🎙️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36976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 Agent Maker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Microsoft.com + Microsoft Learn MCP 構建有依據的多語言 Agent。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2544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45152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5152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引入業務上下文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Dataverse MCP、可複用 Skills、Memory，以及 CoWork 客戶 360 工作流。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65008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61904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57616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57616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基於證據的 RFP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57616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 IQ + Microsoft IQ 在 Office 中生成有出處的 RFP/RFI 回覆。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2688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連線專家 Agent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2688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ServiceNow 知識 + 工單、連線的 Agent、Teams 與 M365 Copilot。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52544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📨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45152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45152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 Agent 郵件工作流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45152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分類來件郵件 → 路由到合適的 Agent → 個性化回覆。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65008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61904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357616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57616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即時語音 Agent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57616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經典 Agent + 即時語音，多語言，在測試視窗中即時驗證。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365DEMO\__Projects\Agent JumpStart 2\promo\img\agent-platform-blueprint-zh-T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149" y="155448"/>
            <a:ext cx="11639398" cy="65471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獨特功能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與生俱來的多語言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5440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50" dirty="0">
                <a:solidFill>
                  <a:srgbClr val="E4E2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一鍵即可在 English、簡體中文、廣東話（香港）、繁體中文（臺灣）、日本語、한국어、ไทย、हिन्दी 之間切換整個實驗體驗 —— 同一頁面、說明、側欄與介面。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76656" y="4187952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4114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產品名、提示詞與工具名有意保留英文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4846320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47731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可複製的提示詞絕不會“翻譯走樣”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" y="5504688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54315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未提供本地化截圖時自動回退為英文截圖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87452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简体中文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10896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廣東話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4340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繁體中文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57784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日本語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1228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한국어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4672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ไทย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8116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हिन्दी</a:t>
            </a:r>
            <a:endParaRPr lang="en-US" sz="1800" dirty="0"/>
          </a:p>
        </p:txBody>
      </p:sp>
      <p:pic>
        <p:nvPicPr>
          <p:cNvPr id="27" name="Image 0" descr="C:\D365DEMO\__Projects\Agent JumpStart 2\promo\img\lab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783080"/>
            <a:ext cx="3246120" cy="2276856"/>
          </a:xfrm>
          <a:prstGeom prst="ellipse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355080" y="1783080"/>
            <a:ext cx="3246120" cy="2276856"/>
          </a:xfrm>
          <a:prstGeom prst="roundRect">
            <a:avLst>
              <a:gd name="adj" fmla="val 2410"/>
            </a:avLst>
          </a:prstGeom>
          <a:ln w="15875">
            <a:solidFill>
              <a:srgbClr val="3B3460"/>
            </a:solidFill>
            <a:prstDash val="solid"/>
          </a:ln>
        </p:spPr>
      </p:sp>
      <p:pic>
        <p:nvPicPr>
          <p:cNvPr id="29" name="Image 1" descr="C:\D365DEMO\__Projects\Agent JumpStart 2\promo\img\lab-z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3703320"/>
            <a:ext cx="3246120" cy="2276856"/>
          </a:xfrm>
          <a:prstGeom prst="ellipse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8458200" y="3703320"/>
            <a:ext cx="3246120" cy="2276856"/>
          </a:xfrm>
          <a:prstGeom prst="roundRect">
            <a:avLst>
              <a:gd name="adj" fmla="val 2410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獨特功能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邊做邊學、真正愉悅的體驗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9933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豐富的 Markdown 步驟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標題、表格、提示框與重點都渲染精美。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07792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07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8895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可複製的提示詞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2735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每條說明一鍵複製到剪貼簿。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37856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進度跟蹤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16966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 29 個步驟逐步完成，本地儲存。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700016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00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46817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完成時的煙花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506577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每完成一步都有慶祝的煙花獎勵。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59612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596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71600" y="5577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玻璃擬態介面，明暗主題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59618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現代磨砂玻璃設計，處處適配主題。</a:t>
            </a:r>
            <a:endParaRPr lang="en-US" sz="1400" dirty="0"/>
          </a:p>
        </p:txBody>
      </p:sp>
      <p:pic>
        <p:nvPicPr>
          <p:cNvPr id="24" name="Image 0" descr="C:\D365DEMO\__Projects\Agent JumpStart 2\promo\img\lab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874520"/>
            <a:ext cx="4663440" cy="3346704"/>
          </a:xfrm>
          <a:prstGeom prst="ellipse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903720" y="1874520"/>
            <a:ext cx="4663440" cy="3346704"/>
          </a:xfrm>
          <a:prstGeom prst="roundRect">
            <a:avLst>
              <a:gd name="adj" fmla="val 1639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獨特功能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幾秒鐘即可聯合品牌化一個專屬研討會</a:t>
            </a:r>
            <a:endParaRPr lang="en-US" sz="3000" dirty="0"/>
          </a:p>
        </p:txBody>
      </p:sp>
      <p:pic>
        <p:nvPicPr>
          <p:cNvPr id="4" name="Image 0" descr="C:\D365DEMO\__Projects\Agent JumpStart 2\promo\img\cover-leno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5120640" cy="3584448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20240"/>
            <a:ext cx="5120640" cy="3584448"/>
          </a:xfrm>
          <a:prstGeom prst="roundRect">
            <a:avLst>
              <a:gd name="adj" fmla="val 1531"/>
            </a:avLst>
          </a:prstGeom>
          <a:ln w="15875">
            <a:solidFill>
              <a:srgbClr val="3B346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26480" y="205740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7" name="Text 4"/>
          <p:cNvSpPr/>
          <p:nvPr/>
        </p:nvSpPr>
        <p:spPr>
          <a:xfrm>
            <a:off x="61264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◇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0" y="2039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× 客戶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0" y="24414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設定客戶名稱或徽標，並登記參與者郵箱以驗證實驗訪問許可權 — 封面即刻聯合品牌化。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301752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◇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0" y="2999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儲存與複用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0" y="34015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研討會歷史：儲存、檢索並快速搜尋過往配置。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397764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◇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858000" y="3959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徽標可用 URL 或上傳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58000" y="43616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自包含 — 無需外部圖片託管。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26480" y="493776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9" name="Text 16"/>
          <p:cNvSpPr/>
          <p:nvPr/>
        </p:nvSpPr>
        <p:spPr>
          <a:xfrm>
            <a:off x="612648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◇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858000" y="4919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密碼保護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858000" y="53218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僅主持人可更改品牌設定 — 與編輯模式同一道門檻。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獨特功能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釋出一次 — 人人可見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本地配置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在創作者檢視中設定品牌並編輯實驗內容。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18104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93008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67328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3767328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67328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應用並提交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67328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品牌與內容以 branding.json + labs.json 形式釋出。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71032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45936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0256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6620256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0256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自動部署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20256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每次推送時 GitHub Actions 自動構建併發布到 GitHub Pages。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23960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98864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73184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24" name="Text 22"/>
          <p:cNvSpPr/>
          <p:nvPr/>
        </p:nvSpPr>
        <p:spPr>
          <a:xfrm>
            <a:off x="9473184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73184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人人可見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73184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參與者開啟線上 URL — 相同內容、相同品牌。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無需逐個使用者配置。釋出的檔案是每位訪問者的唯一可信來源。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365DEMO\__Projects\Agent JumpStart 2\promo\img\jumpstart-chine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3813048" cy="5724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566928"/>
            <a:ext cx="3813048" cy="5724144"/>
          </a:xfrm>
          <a:prstGeom prst="roundRect">
            <a:avLst>
              <a:gd name="adj" fmla="val 1439"/>
            </a:avLst>
          </a:prstGeom>
          <a:ln w="15875">
            <a:solidFill>
              <a:srgbClr val="3B346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⚡ JumpStart V2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0" y="96012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從實驗到影響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0" y="1965960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852160" y="194767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快速起步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852160" y="2331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開啟一個連結即可開始 — 無需安裝、無需配置。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029200" y="2862072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0" y="2862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🙌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852160" y="284378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自助 &amp; 自定進度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852160" y="32278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參與者自主推進，你只需引導。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0" y="3758184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3758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852160" y="373989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複製即構建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852160" y="412394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可複製的提示詞，將每一步變成真正可用的 Agent。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029200" y="4654296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46542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852160" y="463600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多語言就緒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5852160" y="502005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八種語言，一個可分享連結。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029200" y="5550408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A78BFA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0" y="5550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5852160" y="55321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從實驗到影響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5852160" y="59161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快速交付帶來真實業務價值的 Agent。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743200"/>
            <a:ext cx="6858000" cy="68580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4023360"/>
            <a:ext cx="6400800" cy="64008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E9E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隨時可以開始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1207008"/>
            <a:ext cx="7040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JumpStart v2 帶到你的 下一場客戶研討會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CD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無論是內部賦能還是外部客戶活動 — 聯合品牌化、分享連結，讓參與者親手構建真實 Agent。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pic>
        <p:nvPicPr>
          <p:cNvPr id="8" name="Image 0" descr="C:\D365DEMO\__Projects\Agent JumpStart 2\promo\img\micha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85616"/>
            <a:ext cx="658368" cy="658368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27632" y="38039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CEC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Michael Jiang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27632" y="4169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zhijian@microsoft.com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828032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MCAPS Core — Agent Asia Team</a:t>
            </a:r>
            <a:endParaRPr lang="en-US" sz="1250" dirty="0"/>
          </a:p>
        </p:txBody>
      </p:sp>
      <p:pic>
        <p:nvPicPr>
          <p:cNvPr id="12" name="Image 1" descr="C:\D365DEMO\__Projects\Agent JumpStart 2\promo\img\ai-agent-jumpstart-hero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234440"/>
            <a:ext cx="3611880" cy="3611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03820" y="5029200"/>
            <a:ext cx="4206240" cy="932688"/>
          </a:xfrm>
          <a:prstGeom prst="roundRect">
            <a:avLst>
              <a:gd name="adj" fmla="val 11765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86700" y="5175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線上研討會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886700" y="54498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ED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aka.ms/ai-agent-jumpstart-v2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40080" y="5468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B4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特別感謝 JumpStart v-Team 團隊的貢獻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6236208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62362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Nalin Shukla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359152" y="6236208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359152" y="62362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Scott Berry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986784" y="6236208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86784" y="6236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Steve Ng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340096" y="6236208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340096" y="62362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Jalilah Halim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150608" y="6236208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150608" y="6236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Anand Ponnusamy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JumpStart Workshop v2 - Highlights</dc:title>
  <dc:subject>PptxGenJS Presentation</dc:subject>
  <dc:creator>Microsoft MCAPS Core - Agent Asia Team</dc:creator>
  <cp:lastModifiedBy>Microsoft MCAPS Core - Agent Asia Team</cp:lastModifiedBy>
  <cp:revision>1</cp:revision>
  <dcterms:created xsi:type="dcterms:W3CDTF">2026-08-12T09:51:43Z</dcterms:created>
  <dcterms:modified xsi:type="dcterms:W3CDTF">2026-08-12T09:51:43Z</dcterms:modified>
</cp:coreProperties>
</file>