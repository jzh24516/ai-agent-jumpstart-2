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JumpStart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Workshop v2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一個動手、自主、多語言的實驗體驗，全面構建 Microsoft Copilot Studio 中的各類自定義 Agent。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1394460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0"/>
            <a:ext cx="1394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個引導實驗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9132" y="4937760"/>
            <a:ext cx="1252728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9132" y="49377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 個步驟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6452" y="4937760"/>
            <a:ext cx="1110996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4937760"/>
            <a:ext cx="1110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種語言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4937760"/>
            <a:ext cx="1536192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937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個可分享鏈接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943600" cy="603504"/>
          </a:xfrm>
          <a:prstGeom prst="roundRect">
            <a:avLst>
              <a:gd name="adj" fmla="val 18182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在線研討會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852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600" dirty="0"/>
          </a:p>
        </p:txBody>
      </p:sp>
      <p:pic>
        <p:nvPicPr>
          <p:cNvPr id="19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🎬 一句話概括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自動運行的研討會 — 學員只需按下播放 ▶️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JumpStart v2 把“幻燈片 + 演示”變成一個可動手操作的實時實驗應用。參與者打開一個鏈接、選擇語言，逐步構建真實的 Agent — 你只需引導，而不必手把手照看。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🖥️ 自主進度、基於瀏覽器、零安裝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3834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956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每一步都可一鍵複製，並配有截圖引導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6967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🤝 既適用於內部賦能，也適用於客户研討會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動手實驗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引導步驟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種語言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複用，任意客户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🧭 學習路徑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六個實驗，從第一個 Agent 到實時語音 🎙️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Agent Maker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Microsoft.com + Microsoft Learn MCP 構建有依據的多語言 Agent。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引入業務上下文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Dataverse MCP、可複用 Skills、Memory，以及 CoWork 客户 360 工作流。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基於證據的 RFP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 IQ + Microsoft IQ 在 Office 中生成有出處的 RFP/RFI 回覆。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連接專家 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ServiceNow 知識 + 工單、連接的 Agent、Teams 與 M365 Copilot。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 Agent 郵件工作流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分類來件郵件 → 路由到合適的 Agent → 個性化回覆。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實時語音 Agent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經典 Agent + 實時語音，多語言，在測試窗口中實時驗證。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zh-H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與生俱來的多語言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50" dirty="0">
                <a:solidFill>
                  <a:srgbClr val="E4E2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一鍵即可在 English、簡體中文、廣東話（香港）、繁體中文（台灣）、日本語、한국어、ไทย、हिन्दी 之間切換整個實驗體驗 —— 同一頁面、説明、側欄與界面。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76656" y="418795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產品名、提示詞與工具名有意保留英文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84632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可複製的提示詞絕不會“翻譯走樣”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50468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未提供本地化截圖時自動回退為英文截圖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简体中文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廣東話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繁體中文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7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9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邊做邊學、真正愉悦的體驗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豐富的 Markdown 步驟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標題、表格、提示框與重點都渲染精美。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可複製的提示詞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每條説明一鍵複製到剪貼板。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進度跟蹤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29 個步驟逐步完成，本地保存。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完成時的煙花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每完成一步都有慶祝的煙花獎勵。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玻璃擬態界面，明暗主題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961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現代磨砂玻璃設計，處處適配主題。</a:t>
            </a:r>
            <a:endParaRPr lang="en-US" sz="140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幾秒鐘即可聯合品牌化一個專屬研討會</a:t>
            </a:r>
            <a:endParaRPr lang="en-US" sz="30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× 客户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設置客户名稱或徽標，並登記參與者郵箱以驗證實驗訪問權限 — 封面即刻聯合品牌化。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保存與複用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3401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研討會歷史：保存、檢索並快速搜索過往配置。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徽標可用 URL 或上傳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361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自包含 — 無需外部圖片託管。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密碼保護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僅主持人可更改品牌設置 — 與編輯模式同一道門檻。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發佈一次 — 人人可見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本地配置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在創作者視圖中設置品牌並編輯實驗內容。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應用並提交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品牌與內容以 branding.json + labs.json 形式發佈。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自動部署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每次推送時 GitHub Actions 自動構建併發布到 GitHub Pages。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人人可見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參與者打開在線 URL — 相同內容、相同品牌。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無需逐個用户配置。發佈的文件是每位訪問者的唯一可信來源。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jumpstart-chin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13048" cy="5724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66928"/>
            <a:ext cx="3813048" cy="5724144"/>
          </a:xfrm>
          <a:prstGeom prst="roundRect">
            <a:avLst>
              <a:gd name="adj" fmla="val 1439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JumpStart V2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從實驗到影響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快速起步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521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打開一個鏈接即可開始 — 無需安裝、無需配置。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0" y="2862072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52160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自助 &amp; 自定進度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參與者自主推進，你只需引導。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758184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52160" y="37398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複製即構建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5216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可複製的提示詞，將每一步變成真正可用的 Agent。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0" y="4654296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852160" y="4636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多語言就緒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5020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八種語言，一個可分享鏈接。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0" y="5550408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A78BFA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852160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從實驗到影響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52160" y="5916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快速交付帶來真實業務價值的 Agent。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隨時可以開始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07008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JumpStart v2 帶到你的 下一場客户研討會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無論是內部賦能還是外部客户活動 — 聯合品牌化、分享鏈接，讓參與者親手構建真實 Agent。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pic>
        <p:nvPicPr>
          <p:cNvPr id="8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658368" cy="658368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Michael Jiang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276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zhijian@microsoft.com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2" name="Image 1" descr="C:\D365DEMO\__Projects\Agent JumpStart 2\promo\img\ai-agent-jumpstart-he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234440"/>
            <a:ext cx="3611880" cy="3611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03820" y="5029200"/>
            <a:ext cx="4206240" cy="932688"/>
          </a:xfrm>
          <a:prstGeom prst="roundRect">
            <a:avLst>
              <a:gd name="adj" fmla="val 1176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867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在線研討會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86700" y="5449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特別感謝 JumpStart v-Team 團隊的貢獻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623620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236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Nalin Shukla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359152" y="623620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59152" y="6236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Scott Berry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86784" y="623620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6784" y="6236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Steve 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40096" y="6236208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40096" y="6236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Jalilah Halim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150608" y="6236208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50608" y="6236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Anand Ponnusamy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JumpStart Workshop v2 -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2026-08-12T09:51:43Z</dcterms:created>
  <dcterms:modified xsi:type="dcterms:W3CDTF">2026-08-12T09:51:43Z</dcterms:modified>
</cp:coreProperties>
</file>