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Agent JumpStart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 v2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hands-on, self-guided, multilingual lab experience for building the full breadth of custom agents in Microsoft Copilot Studio.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9768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1548994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892040"/>
            <a:ext cx="1548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guided labs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53666" y="4892040"/>
            <a:ext cx="1100938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53666" y="4892040"/>
            <a:ext cx="1100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 steps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9195" y="4892040"/>
            <a:ext cx="1369771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9195" y="4892040"/>
            <a:ext cx="13697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languages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53558" y="4892040"/>
            <a:ext cx="1817827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53558" y="4892040"/>
            <a:ext cx="18178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shareable link</a:t>
            </a:r>
            <a:endParaRPr lang="en-US" sz="1200" dirty="0"/>
          </a:p>
        </p:txBody>
      </p:sp>
      <p:pic>
        <p:nvPicPr>
          <p:cNvPr id="16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🎬 THE ONE-LINER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workshop that runs itself — </a:t>
            </a:r>
            <a:pPr algn="l" indent="0" marL="0">
              <a:buNone/>
            </a:pPr>
            <a:r>
              <a:rPr lang="en-US" sz="3300" b="1" dirty="0">
                <a:solidFill>
                  <a:srgbClr val="F472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learners just press play</a:t>
            </a:r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▶️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JumpStart v2 turns a slide-and-demo session into a living, do-it-yourself lab app. Attendees open one link, pick their language, and build real agents step by step — while you facilitate instead of babysit.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76656" y="424281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605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Self-paced, browser-based, zero install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76656" y="490118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81888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is copy-ready and screenshot-guided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6656" y="555955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77256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for internal enablement and customer workshops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labs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steps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reuse, any customer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🧭 THE LEARNING PATH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Six labs, from first agent to </a:t>
            </a:r>
            <a:pPr algn="l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voice</a:t>
            </a:r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🎙️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Meet the Agent Maker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grounded, multilingual agent with Microsoft.com + Microsoft Learn MCP.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in business context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Dataverse MCP, reusable Skills, Memory, and a CoWork customer-360 workflow.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Evidence-based RFP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+ Microsoft IQ generate sourced RFP/RFI responses across Office.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Connect specialist agents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ServiceNow knowledge + tickets, connected agents, Teams &amp; M365 Copilot.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email Workflow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inbound email, route to the right agent, personalized reply.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voice agent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agent + real-time voice, multilingual, tested live in the Test window.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Multilingual </a:t>
            </a:r>
            <a:pPr algn="l" indent="0" marL="0">
              <a:buNone/>
            </a:pPr>
            <a:r>
              <a:rPr lang="en-US" sz="33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by design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click switches the entire experience — cover, labs, instructions, and UI — between English, 中文, 日本語, 한국어, ไทย, and हिन्दी.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names, prompts &amp; tool names stay in English on purpose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76656" y="470916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636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Copy-ready prompts never get "lost in translation"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6656" y="536752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2943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fall back to English automatically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3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5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learn-by-doing UX that's </a:t>
            </a:r>
            <a:pPr algn="l" indent="0" marL="0">
              <a:buNone/>
            </a:pPr>
            <a:r>
              <a:rPr lang="en-US" sz="3300" b="1" dirty="0">
                <a:solidFill>
                  <a:srgbClr val="F472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actually joyful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Markdown-rich steps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371600" y="23591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Headings, tables, callouts &amp; highlights render beautifully.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Copy-ready prompts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1371600" y="32552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instruction is one click to clipboard.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Progress tracking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1371600" y="41513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Per-step completion across all 29 steps, saved locally.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Fireworks on completion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1371600" y="50474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celebratory burst rewards every finished step.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 UI, light &amp; dark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1371600" y="5943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frosted-glass design, theme-aware everywhere.</a:t>
            </a:r>
            <a:endParaRPr lang="en-US" sz="145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Co-brand a </a:t>
            </a:r>
            <a:pPr algn="l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dedicated workshop</a:t>
            </a:r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seconds</a:t>
            </a:r>
            <a:endParaRPr lang="en-US" sz="33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× Customer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6858000" y="2423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a customer name or logo — the cover instantly co-brands.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&amp; reuse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6858000" y="33832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history: save, retrieve, and quick-search past setups.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Logos by URL or upload</a:t>
            </a:r>
            <a:endParaRPr lang="en-US" sz="1850" dirty="0"/>
          </a:p>
        </p:txBody>
      </p:sp>
      <p:sp>
        <p:nvSpPr>
          <p:cNvPr id="17" name="Text 14"/>
          <p:cNvSpPr/>
          <p:nvPr/>
        </p:nvSpPr>
        <p:spPr>
          <a:xfrm>
            <a:off x="6858000" y="43434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Self-contained — no external image hosting needed.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Password-gated</a:t>
            </a:r>
            <a:endParaRPr lang="en-US" sz="1850" dirty="0"/>
          </a:p>
        </p:txBody>
      </p:sp>
      <p:sp>
        <p:nvSpPr>
          <p:cNvPr id="21" name="Text 18"/>
          <p:cNvSpPr/>
          <p:nvPr/>
        </p:nvSpPr>
        <p:spPr>
          <a:xfrm>
            <a:off x="6858000" y="53035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facilitators can change branding — same gate as edit mode.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Publish once — </a:t>
            </a:r>
            <a:pPr algn="l" indent="0" marL="0">
              <a:buNone/>
            </a:pPr>
            <a:r>
              <a:rPr lang="en-US" sz="33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everyone sees it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Configure locally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branding &amp; edit lab content in the maker view.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&amp; commit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Branding &amp; content ship as branding.json + labs.json.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Auto-deploy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builds &amp; publishes to GitHub Pages on push.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Everyone sees it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open the live URL — same content, same brand.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per-user setup. The published files are the single source of truth for every visitor.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YOUR ATTENDEES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Running it is </a:t>
            </a:r>
            <a:pPr algn="l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steps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2697480"/>
          </a:xfrm>
          <a:prstGeom prst="roundRect">
            <a:avLst>
              <a:gd name="adj" fmla="val 4068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505456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50545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32688" y="33375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the link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38587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URL, any modern browser. No install, no sign-in to start.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07408" y="2194560"/>
            <a:ext cx="3383280" cy="2697480"/>
          </a:xfrm>
          <a:prstGeom prst="roundRect">
            <a:avLst>
              <a:gd name="adj" fmla="val 4068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0016" y="2505456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/>
        </p:spPr>
      </p:sp>
      <p:sp>
        <p:nvSpPr>
          <p:cNvPr id="11" name="Text 9"/>
          <p:cNvSpPr/>
          <p:nvPr/>
        </p:nvSpPr>
        <p:spPr>
          <a:xfrm>
            <a:off x="4700016" y="250545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00016" y="33375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Pick a language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00016" y="38587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to EN / 中文 / 日本語 / 한국어 / ไทย / हिन्दी on the cover.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74736" y="2194560"/>
            <a:ext cx="3383280" cy="2697480"/>
          </a:xfrm>
          <a:prstGeom prst="roundRect">
            <a:avLst>
              <a:gd name="adj" fmla="val 4068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505456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50545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33375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Enter &amp; build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467344" y="38587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lab by lab, copy prompts, track progress, celebrate.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11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WORKSHOP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0" y="5257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FED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https://jzh24516.github.io/ai-agent-jumpstart-2/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22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Ready when you 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55448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JumpStart v2 to your</a:t>
            </a:r>
            <a:endParaRPr lang="en-US" sz="4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customer workshop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enablement or external customer event — co-brand it, share the link, and let attendees build real agents hands-on.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3657600" cy="1051560"/>
          </a:xfrm>
          <a:prstGeom prst="roundRect">
            <a:avLst>
              <a:gd name="adj" fmla="val 1043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90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32688" y="49926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zhijian@microsoft.com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5806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1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834640" cy="2834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7532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75320" y="510235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JumpStart Workshop v2 -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2026-07-17T04:13:24Z</dcterms:created>
  <dcterms:modified xsi:type="dcterms:W3CDTF">2026-07-17T04:13:24Z</dcterms:modified>
</cp:coreProperties>
</file>