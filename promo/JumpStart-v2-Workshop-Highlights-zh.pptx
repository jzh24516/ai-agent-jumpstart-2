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Workshop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3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 Microsoft Agent GBB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一个动手、自主、多语言的实验体验，全面构建 Microsoft Copilot Studio 中的各类自定义 Agent。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394460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3944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个引导实验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9132" y="4937760"/>
            <a:ext cx="1252728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99132" y="493776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个步骤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16452" y="4937760"/>
            <a:ext cx="111099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6452" y="4937760"/>
            <a:ext cx="1110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种语言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4937760"/>
            <a:ext cx="153619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4937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个可分享链接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在线研讨会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一句话概括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自动运行的研讨会 — 学员只需按下播放 ▶️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JumpStart v2 把“幻灯片 + 演示”变成一个可动手操作的实时实验应用。参与者打开一个链接、选择语言，逐步构建真实的 Agent — 你只需引导，而不必手把手照看。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自主进度、基于浏览器、零安装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每一步都可一键复制，并配有截图引导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既适用于内部赋能，也适用于客户研讨会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动手实验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引导步骤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种语言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复用，任意客户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🧭 学习路径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六个实验，从第一个 Agent 到实时语音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 Agent Maker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 Microsoft.com + Microsoft Learn MCP 构建有依据的多语言 Agent。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引入业务上下文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Dataverse MCP、可复用 Skills、Memory，以及 CoWork 客户 360 工作流。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基于证据的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 IQ + Microsoft IQ 在 Office 中生成有出处的 RFP/RFI 回复。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连接专家 Agent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ServiceNow 知识 + 工单、连接的 Agent、Teams 与 M365 Copilot。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邮件工作流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分类来件邮件 → 路由到合适的 Agent → 个性化回复。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实时语音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 Agent + 实时语音，多语言，在测试窗口中实时验证。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z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独特功能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与生俱来的多语言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一键即可在 English、简体中文、廣東話（香港）、繁體中文（台灣）、日本語、한국어、ไทย、हिन्दी 之间切换整个实验体验 —— 同一页面、说明、侧栏与界面。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产品名、提示词与工具名有意保留英文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可复制的提示词绝不会“翻译走样”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未提供本地化截图时自动回退为英文截图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独特功能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边做边学、真正愉悦的体验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丰富的 Markdown 步骤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标题、表格、提示框与重点都渲染精美。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可复制的提示词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每条说明一键复制到剪贴板。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进度跟踪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29 个步骤逐步完成，本地保存。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完成时的烟花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每完成一步都有庆祝的烟花奖励。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玻璃拟态界面，明暗主题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现代磨砂玻璃设计，处处适配主题。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独特功能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几秒钟即可联合品牌化一个专属研讨会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× 客户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设置客户名称或徽标，并登记参与者邮箱以验证实验访问权限 — 封面即刻联合品牌化。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保存与复用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研讨会历史：保存、检索并快速搜索过往配置。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徽标可用 URL 或上传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自包含 — 无需外部图片托管。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密码保护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仅主持人可更改品牌设置 — 与编辑模式同一道门槛。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独特功能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发布一次 — 人人可见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本地配置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在创作者视图中设置品牌并编辑实验内容。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应用并提交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品牌与内容以 branding.json + labs.json 形式发布。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自动部署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每次推送时 GitHub Actions 自动构建并发布到 GitHub Pages。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人人可见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参与者打开在线 URL — 相同内容、相同品牌。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无需逐个用户配置。发布的文件是每位访问者的唯一可信来源。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chin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从实验到影响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快速起步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打开一个链接即可开始 — 无需安装、无需配置。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自助 &amp; 自定进度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参与者自主推进，你只需引导。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复制即构建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可复制的提示词，将每一步变成真正可用的 Agent。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多语言就绪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八种语言，一个可分享链接。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从实验到影响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快速交付带来真实业务价值的 Agent。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随时可以开始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Agent Workshop 带到你的 下一场客户研讨会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无论是内部赋能还是外部客户活动 — 联合品牌化、分享链接，让参与者亲手构建真实 Agent。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在线研讨会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aka.ms/ai-agent-workshop-v2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特别感谢 AI Agent Workshop v-Team 团队的贡献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Workshop by Microsoft Agent GBB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2026-08-17T14:41:45Z</dcterms:created>
  <dcterms:modified xsi:type="dcterms:W3CDTF">2026-08-17T14:41:45Z</dcterms:modified>
</cp:coreProperties>
</file>