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 Agent Workshop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by Microsoft Agent GBB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Microsoft Copilot Studio में कस्टम Agent की पूरी श्रृंखला बनाने के लिए एक व्यावहारिक, स्व-निर्देशित, बहुभाषी लैब अनुभव।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746504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निर्देशित लैब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51176" y="4937760"/>
            <a:ext cx="940003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51176" y="4937760"/>
            <a:ext cx="94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29 चरण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5771" y="4937760"/>
            <a:ext cx="111922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5771" y="4937760"/>
            <a:ext cx="111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8 भाषाएँ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39589" y="4937760"/>
            <a:ext cx="237378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9589" y="4937760"/>
            <a:ext cx="23737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 साझा करने योग्य लिंक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5943600" cy="603504"/>
          </a:xfrm>
          <a:prstGeom prst="roundRect">
            <a:avLst>
              <a:gd name="adj" fmla="val 18182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8521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लाइव वर्कशॉप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0360" y="5852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600" dirty="0"/>
          </a:p>
        </p:txBody>
      </p:sp>
      <p:pic>
        <p:nvPicPr>
          <p:cNvPr id="19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🎬 एक पंक्ति में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एक वर्कशॉप जो खुद चलती है — सीखने वाले बस प्ले दबाते हैं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JumpStart v2 “स्लाइड और डेमो” सत्र को एक जीवंत, खुद-करें लैब ऐप में बदल देता है। प्रतिभागी एक लिंक खोलते हैं, अपनी भाषा चुनते हैं, और चरण-दर-चरण असली Agent बनाते हैं — जबकि आप देखरेख के बजाय मार्गदर्शन करते हैं।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🖥️ स्व-गति, ब्राउज़र-आधारित, शून्य इंस्टॉल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📋 हर चरण कॉपी-तैयार और स्क्रीनशॉट-निर्देशित है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🤝 आंतरिक सक्षमता और ग्राहक वर्कशॉप दोनों के लिए उपयुक्त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व्यावहारिक लैब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निर्देशित चरण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8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भाषाएँ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पुनः उपयोग, कोई भी ग्राहक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🧭 सीखने का मार्ग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छह लैब, पहले Agent से रीयल-टाइम आवाज़ तक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Agent Maker से मिलें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Microsoft.com + Microsoft Learn MCP के साथ एक आधारित, बहुभाषी Agent बनाएँ।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व्यावसायिक संदर्भ लाएँ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Dataverse MCP, पुन: प्रयोज्य Skills, Memory, और एक CoWork ग्राहक-360 वर्कफ़्लो।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साक्ष्य-आधारित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 IQ + Microsoft IQ पूरे Office में स्रोत-सहित RFP/RFI उत्तर तैयार करते हैं।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विशेषज्ञ Agent जोड़ें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ServiceNow ज्ञान + टिकट, कनेक्टेड Agent, Teams &amp; M365 Copilot।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मल्टी-Agent ईमेल Workflow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आने वाले ईमेल को वर्गीकृत करें → सही Agent पर भेजें → वैयक्तिकृत उत्तर।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रीयल-टाइम आवाज़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क्लासिक Agent + रीयल-टाइम आवाज़, बहुभाषी, Test विंडो में लाइव परीक्षण।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अद्वितीय सुविधा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डिज़ाइन से ही बहुभाषी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एक क्लिक पूरे लैब अनुभव को — वही पृष्ठ, निर्देश, साइडबार, और UI — English, 简体中文, 廣東話 (香港), 繁體中文 (台灣), 日本語, 한국어, ไทย, हिन्दी के बीच बदल देता है।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उत्पाद नाम, प्रॉम्प्ट &amp; टूल नाम जानबूझकर अंग्रेज़ी में रहते हैं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कॉपी-तैयार प्रॉम्प्ट कभी “अनुवाद में खो” नहीं जाते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स्थानीयकृत स्क्रीनशॉट न होने पर स्क्रीनशॉट स्वतः अंग्रेज़ी में बदल जाते हैं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简体中文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廣東話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繁體中文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0467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811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7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9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अद्वितीय सुविधा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करके-सीखने वाला UX जो वाकई आनंददायक है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Markdown-समृद्ध चरण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शीर्षक, तालिकाएँ, कॉलआउट &amp; हाइलाइट सुंदर ढंग से प्रस्तुत होते हैं।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कॉपी-तैयार प्रॉम्प्ट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हर निर्देश एक क्लिक में क्लिपबोर्ड पर।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प्रगति ट्रैकिंग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सभी 29 चरणों में प्रति-चरण पूर्णता, स्थानीय रूप से सहेजी गई।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पूर्ण होने पर आतिशबाज़ी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हर पूरा हुआ चरण एक उत्सवी आतिशबाज़ी से पुरस्कृत होता है।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Glass UI, हल्का &amp; गहरा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आधुनिक फ्रॉस्टेड-ग्लास डिज़ाइन, हर जगह थीम-अनुरूप।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अद्वितीय सुविधा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सेकंडों में एक समर्पित वर्कशॉप को को-ब्रांड करें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Microsoft × ग्राहक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ग्राहक का नाम या लोगो सेट करें, और लैब पहुँच सत्यापित करने के लिए प्रतिभागियों के ईमेल पंजीकृत करें — कवर तुरंत को-ब्रांड हो जाता है।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सहेजें &amp; पुनः उपयोग करें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वर्कशॉप इतिहास: पिछले सेटअप सहेजें, पुनः प्राप्त करें, और त्वरित खोजें।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URL या अपलोड द्वारा लोगो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स्व-निहित — किसी बाहरी छवि होस्टिंग की आवश्यकता नहीं।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पासवर्ड-संरक्षित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केवल सूत्रधार ही ब्रांडिंग बदल सकते हैं — संपादन मोड जैसा ही गेट।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अद्वितीय सुविधा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एक बार प्रकाशित करें — सब देखते हैं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स्थानीय रूप से कॉन्फ़िगर करें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मेकर व्यू में ब्रांडिंग सेट करें &amp; लैब सामग्री संपादित करें।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लागू करें &amp; कमिट करें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ब्रांडिंग &amp; सामग्री branding.json + labs.json के रूप में भेजी जाती है।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स्वतः-डिप्लॉय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हर पुश पर GitHub Actions बनाकर GitHub Pages पर प्रकाशित करता है।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सब देखते हैं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प्रतिभागी लाइव URL खोलते हैं — वही सामग्री, वही ब्रांड।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कोई प्रति-उपयोगकर्ता सेटअप नहीं। प्रकाशित फ़ाइलें हर आगंतुक के लिए एकमात्र विश्वसनीय स्रोत हैं।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hind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लैब से प्रभाव तक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फ़ास्ट स्टार्ट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एक लिंक खोलें और शुरू करें — न इंस्टॉल, न सेटअप।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सेल्फ-सर्व और अपनी गति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प्रतिभागी खुद आगे बढ़ते हैं, आप सहायक बनते हैं।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कॉपी करें और बनाएँ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कॉपी-तैयार प्रॉम्प्ट हर चरण को असली, काम करते Agent में बदलते हैं।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बहुभाषी तैयार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आठ भाषाएँ, एक साझा लिंक।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लैब से प्रभाव तक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असली व्यावसायिक मूल्य देने वाले Agent तेज़ी से पहुँचाएँ।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जब आप तैयार हों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207008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 Agent Workshop को अपनी अगली ग्राहक वर्कशॉप में लाएँ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आंतरिक सक्षमता हो या बाहरी ग्राहक कार्यक्रम — इसे को-ब्रांड करें, लिंक साझा करें, और प्रतिभागियों को असली Agent व्यावहारिक रूप से बनाने दें।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pic>
        <p:nvPicPr>
          <p:cNvPr id="8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5616"/>
            <a:ext cx="658368" cy="658368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38039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CF5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Michael Jiang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276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zhijian@microsoft.com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82803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2" name="Image 1" descr="C:\D365DEMO\__Projects\Agent JumpStart 2\promo\img\ai-agent-jumpstart-her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611880" cy="3611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03820" y="5029200"/>
            <a:ext cx="4206240" cy="932688"/>
          </a:xfrm>
          <a:prstGeom prst="roundRect">
            <a:avLst>
              <a:gd name="adj" fmla="val 1176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8670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लाइव वर्कशॉप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86700" y="5449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aka.ms/ai-agent-workshop-v2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4B1C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 Agent Workshop v-Team टीम के योगदान के लिए हार्दिक धन्यवाद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6236208"/>
            <a:ext cx="155448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2362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Nalin Shukla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359152" y="6236208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359152" y="6236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Scott Berry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86784" y="6236208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86784" y="6236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Steve Ng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40096" y="6236208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340096" y="62362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Anand Ponnusamy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Workshop by Microsoft Agent GBB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2026-08-17T14:41:46Z</dcterms:created>
  <dcterms:modified xsi:type="dcterms:W3CDTF">2026-08-17T14:41:46Z</dcterms:modified>
</cp:coreProperties>
</file>