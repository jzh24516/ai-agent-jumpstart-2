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Copilot Studio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JumpStart</a:t>
            </a:r>
            <a:endParaRPr lang="en-US" sz="4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Workshop v2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6035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Copilot Studio에서 다양한 맞춤형 Agent를 구축하는 실습형, 자기 주도, 다국어 랩 경험.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MCAPS Core — Agent Asia Team   ·   July 16,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1536192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937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 랩 6개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40864" y="4937760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4937760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29단계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4937760"/>
            <a:ext cx="1110996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4937760"/>
            <a:ext cx="1110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언어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0308" y="4937760"/>
            <a:ext cx="1536192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0308" y="4937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링크 1개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5943600" cy="603504"/>
          </a:xfrm>
          <a:prstGeom prst="roundRect">
            <a:avLst>
              <a:gd name="adj" fmla="val 18182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521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워크숍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58521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aka.ms/ai-agent-jumpstart-v2</a:t>
            </a:r>
            <a:endParaRPr lang="en-US" sz="1600" dirty="0"/>
          </a:p>
        </p:txBody>
      </p:sp>
      <p:pic>
        <p:nvPicPr>
          <p:cNvPr id="19" name="Image 0" descr="C:\D365DEMO\__Projects\Agent JumpStart 2\promo\img\cover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4617720" cy="3255264"/>
          </a:xfrm>
          <a:prstGeom prst="ellipse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315200" y="1463040"/>
            <a:ext cx="4617720" cy="3255264"/>
          </a:xfrm>
          <a:prstGeom prst="roundRect">
            <a:avLst>
              <a:gd name="adj" fmla="val 1685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한마디로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진행되는 워크숍 — 학습자는 재생만 누르면 됩니다 ▶️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4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JumpStart v2는 “슬라이드+데모” 세션을 직접 해보는 실시간 랩 앱으로 바꿉니다. 참가자는 링크 하나를 열고 언어를 선택해 실제 Agent를 단계별로 구축하며 — 여러분은 일일이 챙기는 대신 퍼실리테이션에 집중합니다.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437997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297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🖥️ 자기 주도, 브라우저 기반, 설치 불필요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5038344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95604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모든 단계는 복사해 바로 쓰고 스크린샷으로 안내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69671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6144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내부 역량 강화와 고객 워크숍 모두에 적합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315200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랩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802368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02368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02368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802368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 단계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0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7315200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언어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802368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0236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∞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9802368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재사용, 모든 고객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학습 경로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개의 랩, 첫 Agent부터 실시간 음성까지 🎙️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36976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Maker 만나기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Microsoft.com + Microsoft Learn MCP로 근거 있는 다국어 Agent 구축.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2544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45152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컨텍스트 가져오기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Dataverse MCP, 재사용 가능한 Skills, Memory, CoWork 고객 360 워크플로.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1904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57616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기반 RFP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7616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 IQ + Microsoft IQ가 Office 전반에서 출처 있는 RFP/RFI 응답 생성.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Agent 연결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ServiceNow 지식 + 티켓, 연결된 Agent, Teams 및 M365 Copilot.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52544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45152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Agent 이메일 워크플로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45152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메일 분류 → 적합한 Agent로 라우팅 → 맞춤형 회신.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65008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61904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57616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음성 Agent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57616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클래식 Agent + 실시간 음성, 다국어, 테스트 창에서 실시간 검증.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agent-platform-blueprint-k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9" y="155448"/>
            <a:ext cx="11639398" cy="6547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기능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설계부터 다국어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440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4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한 번으로 English, 简体中文, 廣東話(香港), 繁體中文(台灣), 日本語, 한국어, ไทย, हिन्दी 사이에서 랩 경험 전체(같은 페이지, 안내, 사이드바, UI)가 전환됩니다.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4187952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제품명, 프롬프트, 도구 이름은 의도적으로 영어 유지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4846320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773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 쓰는 프롬프트가 “번역으로 왜곡”되지 않습니다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504688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4315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현지화된 스크린샷이 없으면 자동으로 영어 스크린샷으로 대체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745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简体中文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089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廣東話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4340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繁體中文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7784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日本語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467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ไทย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811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हिन्दी</a:t>
            </a:r>
            <a:endParaRPr lang="en-US" sz="1800" dirty="0"/>
          </a:p>
        </p:txBody>
      </p:sp>
      <p:pic>
        <p:nvPicPr>
          <p:cNvPr id="27" name="Image 0" descr="C:\D365DEMO\__Projects\Agent JumpStart 2\promo\img\lab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83080"/>
            <a:ext cx="3246120" cy="2276856"/>
          </a:xfrm>
          <a:prstGeom prst="ellipse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355080" y="178308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  <p:pic>
        <p:nvPicPr>
          <p:cNvPr id="29" name="Image 1" descr="C:\D365DEMO\__Projects\Agent JumpStart 2\promo\img\lab-z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703320"/>
            <a:ext cx="3246120" cy="2276856"/>
          </a:xfrm>
          <a:prstGeom prst="ellipse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8458200" y="370332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기능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해보며 배우는, 정말 즐거운 UX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Markdown이 풍부한 단계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제목, 표, 콜아웃, 강조가 아름답게 렌더링.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8895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 바로 쓰는 프롬프트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273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지침을 클릭 한 번으로 클립보드에.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7856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상황 추적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696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29단계의 단계별 완료를 로컬 저장.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6817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시 불꽃놀이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0657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단계를 마칠 때마다 축하 연출로 보상.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96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577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글래스 UI, 라이트 &amp; 다크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9618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모던한 프로스트 글래스 디자인, 어디서나 테마 대응.</a:t>
            </a:r>
            <a:endParaRPr lang="en-US" sz="1400" dirty="0"/>
          </a:p>
        </p:txBody>
      </p:sp>
      <p:pic>
        <p:nvPicPr>
          <p:cNvPr id="24" name="Image 0" descr="C:\D365DEMO\__Projects\Agent JumpStart 2\promo\img\lab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874520"/>
            <a:ext cx="4663440" cy="3346704"/>
          </a:xfrm>
          <a:prstGeom prst="ellipse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903720" y="1874520"/>
            <a:ext cx="4663440" cy="3346704"/>
          </a:xfrm>
          <a:prstGeom prst="roundRect">
            <a:avLst>
              <a:gd name="adj" fmla="val 1639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기능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초 만에 전용 워크숍을 공동 브랜딩</a:t>
            </a:r>
            <a:endParaRPr lang="en-US" sz="3000" dirty="0"/>
          </a:p>
        </p:txBody>
      </p:sp>
      <p:pic>
        <p:nvPicPr>
          <p:cNvPr id="4" name="Image 0" descr="C:\D365DEMO\__Projects\Agent JumpStart 2\promo\img\cover-le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5120640" cy="3584448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5120640" cy="3584448"/>
          </a:xfrm>
          <a:prstGeom prst="roundRect">
            <a:avLst>
              <a:gd name="adj" fmla="val 1531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205740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× 고객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0" y="2441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이름이나 로고를 설정하고 참가자 이메일을 등록해 랩 접근을 확인 — 표지가 즉시 공동 브랜딩.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30175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및 재사용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0" y="3401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워크숍 기록: 과거 설정을 저장, 불러오기, 빠른 검색.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397764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58000" y="3959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로고는 URL 또는 업로드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0" y="43616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완결 — 외부 이미지 호스팅 불필요.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26480" y="493776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858000" y="4919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보호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58000" y="5321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 변경은 퍼실리테이터만 — 편집 모드와 동일한 게이트.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기능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게시하면 — 모두가 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 구성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메이커 뷰에서 브랜딩 설정 및 랩 콘텐츠 편집.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18104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93008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7328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및 커밋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67328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브랜딩과 콘텐츠는 branding.json + labs.json으로 배포.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71032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45936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0256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0256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0256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0256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푸시할 때마다 GitHub Actions가 빌드하여 GitHub Pages에 게시.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98864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3184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9473184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73184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모두가 봅니다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73184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참가자는 라이브 URL만 열면 — 같은 콘텐츠, 같은 브랜드.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설정이 필요 없습니다. 게시된 파일이 모든 방문자의 단일 진실 소스입니다.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jumpstart-kor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13048" cy="5724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566928"/>
            <a:ext cx="3813048" cy="5724144"/>
          </a:xfrm>
          <a:prstGeom prst="roundRect">
            <a:avLst>
              <a:gd name="adj" fmla="val 1439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JumpStart V2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0" y="9601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랩에서 임팩트로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0" y="1965960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852160" y="19476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시작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852160" y="2331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하나로 시작 — 설치도 설정도 없이.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0" y="2862072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🙌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852160" y="28437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셀프 서비스 &amp; 자기 주도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852160" y="32278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참가자가 스스로 진행하고 당신은 퍼실리테이션.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0" y="3758184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852160" y="373989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복사하고 빌드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52160" y="41239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 가능한 프롬프트로 각 단계를 진짜 작동하는 Agent로.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0" y="4654296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46542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852160" y="46360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지원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852160" y="50200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개 언어, 하나의 공유 링크.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0" y="5550408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A78BFA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5550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5852160" y="55321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랩에서 임팩트로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852160" y="59161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비즈니스 가치를 주는 Agent를 빠르게 제공.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언제든 준비 완료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207008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JumpStart v2를 다음 고객 워크숍으로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역량 강화든 외부 고객 행사든 — 공동 브랜딩하고 링크를 공유해 참가자가 실제 Agent를 직접 만들게 하세요.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pic>
        <p:nvPicPr>
          <p:cNvPr id="8" name="Image 0" descr="C:\D365DEMO\__Projects\Agent JumpStart 2\promo\img\micha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85616"/>
            <a:ext cx="658368" cy="658368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3803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Michael Jiang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2763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zhijian@microsoft.com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82803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MCAPS Core — Agent Asia Team</a:t>
            </a:r>
            <a:endParaRPr lang="en-US" sz="1250" dirty="0"/>
          </a:p>
        </p:txBody>
      </p:sp>
      <p:pic>
        <p:nvPicPr>
          <p:cNvPr id="12" name="Image 1" descr="C:\D365DEMO\__Projects\Agent JumpStart 2\promo\img\ai-agent-jumpstart-her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234440"/>
            <a:ext cx="3611880" cy="3611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03820" y="5029200"/>
            <a:ext cx="4206240" cy="932688"/>
          </a:xfrm>
          <a:prstGeom prst="roundRect">
            <a:avLst>
              <a:gd name="adj" fmla="val 11765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86700" y="5175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워크숍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886700" y="54498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aka.ms/ai-agent-jumpstart-v2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0080" y="5468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4B1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JumpStart v-Team의 기여에 감사드립니다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6236208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236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Nalin Shukla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359152" y="6236208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59152" y="6236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Scott Berry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986784" y="6236208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86784" y="6236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Steve Ng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340096" y="6236208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40096" y="6236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Jalilah Halim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150608" y="6236208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150608" y="6236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Anand Ponnusamy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JumpStart Workshop v2 - Highlights</dc:title>
  <dc:subject>PptxGenJS Presentation</dc:subject>
  <dc:creator>Microsoft MCAPS Core - Agent Asia Team</dc:creator>
  <cp:lastModifiedBy>Microsoft MCAPS Core - Agent Asia Team</cp:lastModifiedBy>
  <cp:revision>1</cp:revision>
  <dcterms:created xsi:type="dcterms:W3CDTF">2026-08-12T09:51:43Z</dcterms:created>
  <dcterms:modified xsi:type="dcterms:W3CDTF">2026-08-12T09:51:43Z</dcterms:modified>
</cp:coreProperties>
</file>